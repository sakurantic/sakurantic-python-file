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71" r:id="rId2"/>
    <p:sldId id="566" r:id="rId3"/>
    <p:sldId id="567" r:id="rId4"/>
    <p:sldId id="568" r:id="rId5"/>
    <p:sldId id="569" r:id="rId6"/>
    <p:sldId id="260" r:id="rId7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pos="3840" userDrawn="1">
          <p15:clr>
            <a:srgbClr val="A4A3A4"/>
          </p15:clr>
        </p15:guide>
        <p15:guide id="5" orient="horz" pos="1003" userDrawn="1">
          <p15:clr>
            <a:srgbClr val="A4A3A4"/>
          </p15:clr>
        </p15:guide>
        <p15:guide id="6" orient="horz" pos="1537" userDrawn="1">
          <p15:clr>
            <a:srgbClr val="A4A3A4"/>
          </p15:clr>
        </p15:guide>
        <p15:guide id="7" orient="horz" pos="3116" userDrawn="1">
          <p15:clr>
            <a:srgbClr val="A4A3A4"/>
          </p15:clr>
        </p15:guide>
        <p15:guide id="8" pos="2128" userDrawn="1">
          <p15:clr>
            <a:srgbClr val="A4A3A4"/>
          </p15:clr>
        </p15:guide>
        <p15:guide id="9" pos="4067" userDrawn="1">
          <p15:clr>
            <a:srgbClr val="A4A3A4"/>
          </p15:clr>
        </p15:guide>
        <p15:guide id="10" pos="5972" userDrawn="1">
          <p15:clr>
            <a:srgbClr val="A4A3A4"/>
          </p15:clr>
        </p15:guide>
        <p15:guide id="11" pos="5292" userDrawn="1">
          <p15:clr>
            <a:srgbClr val="A4A3A4"/>
          </p15:clr>
        </p15:guide>
        <p15:guide id="12" pos="227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C00000"/>
    <a:srgbClr val="CC0000"/>
    <a:srgbClr val="3333FF"/>
    <a:srgbClr val="CC00CC"/>
    <a:srgbClr val="FFFFFF"/>
    <a:srgbClr val="C8171F"/>
    <a:srgbClr val="DBDB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4C6630-0B04-5848-ACE4-C7C984339F54}" v="257" dt="2026-05-15T15:55:51.6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370" autoAdjust="0"/>
    <p:restoredTop sz="94437" autoAdjust="0"/>
  </p:normalViewPr>
  <p:slideViewPr>
    <p:cSldViewPr snapToGrid="0" showGuides="1">
      <p:cViewPr varScale="1">
        <p:scale>
          <a:sx n="132" d="100"/>
          <a:sy n="132" d="100"/>
        </p:scale>
        <p:origin x="2056" y="168"/>
      </p:cViewPr>
      <p:guideLst>
        <p:guide pos="3840"/>
        <p:guide orient="horz" pos="1003"/>
        <p:guide orient="horz" pos="1537"/>
        <p:guide orient="horz" pos="3116"/>
        <p:guide pos="2128"/>
        <p:guide pos="4067"/>
        <p:guide pos="5972"/>
        <p:guide pos="5292"/>
        <p:guide pos="2275"/>
      </p:guideLst>
    </p:cSldViewPr>
  </p:slideViewPr>
  <p:outlineViewPr>
    <p:cViewPr>
      <p:scale>
        <a:sx n="33" d="100"/>
        <a:sy n="33" d="100"/>
      </p:scale>
      <p:origin x="0" y="-780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94" d="100"/>
          <a:sy n="94" d="100"/>
        </p:scale>
        <p:origin x="375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zj Star" userId="a25c4f907aa105e4" providerId="LiveId" clId="{1625FA3F-DE5D-55E5-8730-74FD0507527D}"/>
    <pc:docChg chg="undo custSel addSld delSld modSld">
      <pc:chgData name="Hzj Star" userId="a25c4f907aa105e4" providerId="LiveId" clId="{1625FA3F-DE5D-55E5-8730-74FD0507527D}" dt="2026-05-15T15:55:51.672" v="451"/>
      <pc:docMkLst>
        <pc:docMk/>
      </pc:docMkLst>
      <pc:sldChg chg="del">
        <pc:chgData name="Hzj Star" userId="a25c4f907aa105e4" providerId="LiveId" clId="{1625FA3F-DE5D-55E5-8730-74FD0507527D}" dt="2026-05-15T15:22:55.306" v="2" actId="2696"/>
        <pc:sldMkLst>
          <pc:docMk/>
          <pc:sldMk cId="1244418649" sldId="551"/>
        </pc:sldMkLst>
      </pc:sldChg>
      <pc:sldChg chg="del">
        <pc:chgData name="Hzj Star" userId="a25c4f907aa105e4" providerId="LiveId" clId="{1625FA3F-DE5D-55E5-8730-74FD0507527D}" dt="2026-05-15T15:23:16.468" v="6" actId="2696"/>
        <pc:sldMkLst>
          <pc:docMk/>
          <pc:sldMk cId="3113361322" sldId="564"/>
        </pc:sldMkLst>
      </pc:sldChg>
      <pc:sldChg chg="del">
        <pc:chgData name="Hzj Star" userId="a25c4f907aa105e4" providerId="LiveId" clId="{1625FA3F-DE5D-55E5-8730-74FD0507527D}" dt="2026-05-15T15:23:18.129" v="7" actId="2696"/>
        <pc:sldMkLst>
          <pc:docMk/>
          <pc:sldMk cId="317453842" sldId="565"/>
        </pc:sldMkLst>
      </pc:sldChg>
      <pc:sldChg chg="modSp mod">
        <pc:chgData name="Hzj Star" userId="a25c4f907aa105e4" providerId="LiveId" clId="{1625FA3F-DE5D-55E5-8730-74FD0507527D}" dt="2026-05-15T15:47:05.423" v="432" actId="20577"/>
        <pc:sldMkLst>
          <pc:docMk/>
          <pc:sldMk cId="2998299082" sldId="566"/>
        </pc:sldMkLst>
        <pc:spChg chg="mod">
          <ac:chgData name="Hzj Star" userId="a25c4f907aa105e4" providerId="LiveId" clId="{1625FA3F-DE5D-55E5-8730-74FD0507527D}" dt="2026-05-15T15:47:05.423" v="432" actId="20577"/>
          <ac:spMkLst>
            <pc:docMk/>
            <pc:sldMk cId="2998299082" sldId="566"/>
            <ac:spMk id="3" creationId="{B0B38EF0-891D-4EFB-21AD-2216170DBA1D}"/>
          </ac:spMkLst>
        </pc:spChg>
        <pc:spChg chg="mod">
          <ac:chgData name="Hzj Star" userId="a25c4f907aa105e4" providerId="LiveId" clId="{1625FA3F-DE5D-55E5-8730-74FD0507527D}" dt="2026-05-15T15:23:11.215" v="4" actId="20577"/>
          <ac:spMkLst>
            <pc:docMk/>
            <pc:sldMk cId="2998299082" sldId="566"/>
            <ac:spMk id="31" creationId="{00000000-0000-0000-0000-000000000000}"/>
          </ac:spMkLst>
        </pc:spChg>
      </pc:sldChg>
      <pc:sldChg chg="addSp delSp modSp new mod">
        <pc:chgData name="Hzj Star" userId="a25c4f907aa105e4" providerId="LiveId" clId="{1625FA3F-DE5D-55E5-8730-74FD0507527D}" dt="2026-05-15T15:55:35.040" v="447" actId="20577"/>
        <pc:sldMkLst>
          <pc:docMk/>
          <pc:sldMk cId="1237252331" sldId="567"/>
        </pc:sldMkLst>
        <pc:spChg chg="add mod">
          <ac:chgData name="Hzj Star" userId="a25c4f907aa105e4" providerId="LiveId" clId="{1625FA3F-DE5D-55E5-8730-74FD0507527D}" dt="2026-05-15T15:31:41.749" v="12" actId="1076"/>
          <ac:spMkLst>
            <pc:docMk/>
            <pc:sldMk cId="1237252331" sldId="567"/>
            <ac:spMk id="3" creationId="{F7C2DD14-29BE-1645-B777-91FA147EBDB3}"/>
          </ac:spMkLst>
        </pc:spChg>
        <pc:spChg chg="add mod">
          <ac:chgData name="Hzj Star" userId="a25c4f907aa105e4" providerId="LiveId" clId="{1625FA3F-DE5D-55E5-8730-74FD0507527D}" dt="2026-05-15T15:31:46.806" v="14" actId="1076"/>
          <ac:spMkLst>
            <pc:docMk/>
            <pc:sldMk cId="1237252331" sldId="567"/>
            <ac:spMk id="5" creationId="{F0481D10-9D50-7B10-52B1-B60632598D3E}"/>
          </ac:spMkLst>
        </pc:spChg>
        <pc:spChg chg="add mod">
          <ac:chgData name="Hzj Star" userId="a25c4f907aa105e4" providerId="LiveId" clId="{1625FA3F-DE5D-55E5-8730-74FD0507527D}" dt="2026-05-15T15:55:35.040" v="447" actId="20577"/>
          <ac:spMkLst>
            <pc:docMk/>
            <pc:sldMk cId="1237252331" sldId="567"/>
            <ac:spMk id="6" creationId="{07B17138-8E72-8658-BF1B-70DDB859A625}"/>
          </ac:spMkLst>
        </pc:spChg>
        <pc:spChg chg="add mod">
          <ac:chgData name="Hzj Star" userId="a25c4f907aa105e4" providerId="LiveId" clId="{1625FA3F-DE5D-55E5-8730-74FD0507527D}" dt="2026-05-15T15:33:02.723" v="66"/>
          <ac:spMkLst>
            <pc:docMk/>
            <pc:sldMk cId="1237252331" sldId="567"/>
            <ac:spMk id="7" creationId="{7CCAD3CE-8251-7DB7-09D3-BA85233B5E5C}"/>
          </ac:spMkLst>
        </pc:spChg>
        <pc:spChg chg="add del mod">
          <ac:chgData name="Hzj Star" userId="a25c4f907aa105e4" providerId="LiveId" clId="{1625FA3F-DE5D-55E5-8730-74FD0507527D}" dt="2026-05-15T15:33:08.174" v="70" actId="478"/>
          <ac:spMkLst>
            <pc:docMk/>
            <pc:sldMk cId="1237252331" sldId="567"/>
            <ac:spMk id="9" creationId="{EC2B8433-5913-6C40-AADB-CEBE6DD94279}"/>
          </ac:spMkLst>
        </pc:spChg>
        <pc:spChg chg="add mod">
          <ac:chgData name="Hzj Star" userId="a25c4f907aa105e4" providerId="LiveId" clId="{1625FA3F-DE5D-55E5-8730-74FD0507527D}" dt="2026-05-15T15:34:07.455" v="138" actId="20577"/>
          <ac:spMkLst>
            <pc:docMk/>
            <pc:sldMk cId="1237252331" sldId="567"/>
            <ac:spMk id="10" creationId="{71E0BA5F-6101-9B91-3B02-3F47649FCBCA}"/>
          </ac:spMkLst>
        </pc:spChg>
        <pc:spChg chg="add mod">
          <ac:chgData name="Hzj Star" userId="a25c4f907aa105e4" providerId="LiveId" clId="{1625FA3F-DE5D-55E5-8730-74FD0507527D}" dt="2026-05-15T15:44:56.861" v="419" actId="1076"/>
          <ac:spMkLst>
            <pc:docMk/>
            <pc:sldMk cId="1237252331" sldId="567"/>
            <ac:spMk id="14" creationId="{B074D4B0-039B-8ADE-90A6-00E164E82DBE}"/>
          </ac:spMkLst>
        </pc:spChg>
        <pc:picChg chg="add del mod">
          <ac:chgData name="Hzj Star" userId="a25c4f907aa105e4" providerId="LiveId" clId="{1625FA3F-DE5D-55E5-8730-74FD0507527D}" dt="2026-05-15T15:34:48.760" v="148" actId="478"/>
          <ac:picMkLst>
            <pc:docMk/>
            <pc:sldMk cId="1237252331" sldId="567"/>
            <ac:picMk id="11" creationId="{057D1B17-BDFA-46D2-5998-EDAACB18023D}"/>
          </ac:picMkLst>
        </pc:picChg>
        <pc:picChg chg="add mod">
          <ac:chgData name="Hzj Star" userId="a25c4f907aa105e4" providerId="LiveId" clId="{1625FA3F-DE5D-55E5-8730-74FD0507527D}" dt="2026-05-15T15:44:54.693" v="418" actId="1076"/>
          <ac:picMkLst>
            <pc:docMk/>
            <pc:sldMk cId="1237252331" sldId="567"/>
            <ac:picMk id="13" creationId="{831599C5-153A-A95E-EA93-2700193E479F}"/>
          </ac:picMkLst>
        </pc:picChg>
      </pc:sldChg>
      <pc:sldChg chg="del">
        <pc:chgData name="Hzj Star" userId="a25c4f907aa105e4" providerId="LiveId" clId="{1625FA3F-DE5D-55E5-8730-74FD0507527D}" dt="2026-05-15T15:23:15.113" v="5" actId="2696"/>
        <pc:sldMkLst>
          <pc:docMk/>
          <pc:sldMk cId="2206209810" sldId="567"/>
        </pc:sldMkLst>
      </pc:sldChg>
      <pc:sldChg chg="addSp delSp modSp add mod">
        <pc:chgData name="Hzj Star" userId="a25c4f907aa105e4" providerId="LiveId" clId="{1625FA3F-DE5D-55E5-8730-74FD0507527D}" dt="2026-05-15T15:55:49.711" v="450"/>
        <pc:sldMkLst>
          <pc:docMk/>
          <pc:sldMk cId="2689393251" sldId="568"/>
        </pc:sldMkLst>
        <pc:spChg chg="del">
          <ac:chgData name="Hzj Star" userId="a25c4f907aa105e4" providerId="LiveId" clId="{1625FA3F-DE5D-55E5-8730-74FD0507527D}" dt="2026-05-15T15:40:43.922" v="195" actId="478"/>
          <ac:spMkLst>
            <pc:docMk/>
            <pc:sldMk cId="2689393251" sldId="568"/>
            <ac:spMk id="3" creationId="{6ECBC515-1377-D419-D79A-ACCB76466C6A}"/>
          </ac:spMkLst>
        </pc:spChg>
        <pc:spChg chg="add del mod">
          <ac:chgData name="Hzj Star" userId="a25c4f907aa105e4" providerId="LiveId" clId="{1625FA3F-DE5D-55E5-8730-74FD0507527D}" dt="2026-05-15T15:35:54.912" v="161" actId="21"/>
          <ac:spMkLst>
            <pc:docMk/>
            <pc:sldMk cId="2689393251" sldId="568"/>
            <ac:spMk id="4" creationId="{3FC11C4E-14D4-D51F-85C2-DE2A857EBC7B}"/>
          </ac:spMkLst>
        </pc:spChg>
        <pc:spChg chg="del">
          <ac:chgData name="Hzj Star" userId="a25c4f907aa105e4" providerId="LiveId" clId="{1625FA3F-DE5D-55E5-8730-74FD0507527D}" dt="2026-05-15T15:40:44.697" v="196" actId="478"/>
          <ac:spMkLst>
            <pc:docMk/>
            <pc:sldMk cId="2689393251" sldId="568"/>
            <ac:spMk id="5" creationId="{389A7D42-CBC1-6C6C-9210-1C35118C2E57}"/>
          </ac:spMkLst>
        </pc:spChg>
        <pc:spChg chg="mod">
          <ac:chgData name="Hzj Star" userId="a25c4f907aa105e4" providerId="LiveId" clId="{1625FA3F-DE5D-55E5-8730-74FD0507527D}" dt="2026-05-15T15:55:49.711" v="450"/>
          <ac:spMkLst>
            <pc:docMk/>
            <pc:sldMk cId="2689393251" sldId="568"/>
            <ac:spMk id="6" creationId="{30E8BAAF-5E6C-D9B5-AEA3-4471F567BAD0}"/>
          </ac:spMkLst>
        </pc:spChg>
        <pc:spChg chg="del">
          <ac:chgData name="Hzj Star" userId="a25c4f907aa105e4" providerId="LiveId" clId="{1625FA3F-DE5D-55E5-8730-74FD0507527D}" dt="2026-05-15T15:40:45.710" v="197" actId="478"/>
          <ac:spMkLst>
            <pc:docMk/>
            <pc:sldMk cId="2689393251" sldId="568"/>
            <ac:spMk id="7" creationId="{0753B057-B9F1-84DA-0682-0BAA3E72DF73}"/>
          </ac:spMkLst>
        </pc:spChg>
        <pc:spChg chg="del">
          <ac:chgData name="Hzj Star" userId="a25c4f907aa105e4" providerId="LiveId" clId="{1625FA3F-DE5D-55E5-8730-74FD0507527D}" dt="2026-05-15T15:40:46.829" v="198" actId="478"/>
          <ac:spMkLst>
            <pc:docMk/>
            <pc:sldMk cId="2689393251" sldId="568"/>
            <ac:spMk id="10" creationId="{66ED9C1E-C21D-690B-0CF1-D18441CD975C}"/>
          </ac:spMkLst>
        </pc:spChg>
        <pc:spChg chg="add mod">
          <ac:chgData name="Hzj Star" userId="a25c4f907aa105e4" providerId="LiveId" clId="{1625FA3F-DE5D-55E5-8730-74FD0507527D}" dt="2026-05-15T15:44:47.042" v="417" actId="1076"/>
          <ac:spMkLst>
            <pc:docMk/>
            <pc:sldMk cId="2689393251" sldId="568"/>
            <ac:spMk id="11" creationId="{165E292E-1993-A0C5-E9CA-9DB29D45AA5D}"/>
          </ac:spMkLst>
        </pc:spChg>
        <pc:spChg chg="add mod">
          <ac:chgData name="Hzj Star" userId="a25c4f907aa105e4" providerId="LiveId" clId="{1625FA3F-DE5D-55E5-8730-74FD0507527D}" dt="2026-05-15T15:44:47.042" v="417" actId="1076"/>
          <ac:spMkLst>
            <pc:docMk/>
            <pc:sldMk cId="2689393251" sldId="568"/>
            <ac:spMk id="12" creationId="{C428DECB-BCE9-BAC3-58E3-DFB1FF08E004}"/>
          </ac:spMkLst>
        </pc:spChg>
        <pc:spChg chg="add mod">
          <ac:chgData name="Hzj Star" userId="a25c4f907aa105e4" providerId="LiveId" clId="{1625FA3F-DE5D-55E5-8730-74FD0507527D}" dt="2026-05-15T15:44:47.042" v="417" actId="1076"/>
          <ac:spMkLst>
            <pc:docMk/>
            <pc:sldMk cId="2689393251" sldId="568"/>
            <ac:spMk id="14" creationId="{F5F077AC-E4CB-745B-BD54-62AE68DAD5E5}"/>
          </ac:spMkLst>
        </pc:spChg>
        <pc:spChg chg="add mod">
          <ac:chgData name="Hzj Star" userId="a25c4f907aa105e4" providerId="LiveId" clId="{1625FA3F-DE5D-55E5-8730-74FD0507527D}" dt="2026-05-15T15:44:47.042" v="417" actId="1076"/>
          <ac:spMkLst>
            <pc:docMk/>
            <pc:sldMk cId="2689393251" sldId="568"/>
            <ac:spMk id="15" creationId="{B17C5C2F-7360-520F-8E76-98CA130E9C81}"/>
          </ac:spMkLst>
        </pc:spChg>
        <pc:spChg chg="add mod">
          <ac:chgData name="Hzj Star" userId="a25c4f907aa105e4" providerId="LiveId" clId="{1625FA3F-DE5D-55E5-8730-74FD0507527D}" dt="2026-05-15T15:44:47.042" v="417" actId="1076"/>
          <ac:spMkLst>
            <pc:docMk/>
            <pc:sldMk cId="2689393251" sldId="568"/>
            <ac:spMk id="16" creationId="{E0B0E53F-4542-4636-E22D-B1642CC71017}"/>
          </ac:spMkLst>
        </pc:spChg>
        <pc:spChg chg="add mod">
          <ac:chgData name="Hzj Star" userId="a25c4f907aa105e4" providerId="LiveId" clId="{1625FA3F-DE5D-55E5-8730-74FD0507527D}" dt="2026-05-15T15:44:47.042" v="417" actId="1076"/>
          <ac:spMkLst>
            <pc:docMk/>
            <pc:sldMk cId="2689393251" sldId="568"/>
            <ac:spMk id="17" creationId="{FA63B0D0-4D79-CEB9-ED8A-6224D002035A}"/>
          </ac:spMkLst>
        </pc:spChg>
        <pc:spChg chg="add mod">
          <ac:chgData name="Hzj Star" userId="a25c4f907aa105e4" providerId="LiveId" clId="{1625FA3F-DE5D-55E5-8730-74FD0507527D}" dt="2026-05-15T15:44:47.042" v="417" actId="1076"/>
          <ac:spMkLst>
            <pc:docMk/>
            <pc:sldMk cId="2689393251" sldId="568"/>
            <ac:spMk id="18" creationId="{BD7943EC-20A4-0D49-24B2-74B0DFEF68F1}"/>
          </ac:spMkLst>
        </pc:spChg>
        <pc:spChg chg="add mod">
          <ac:chgData name="Hzj Star" userId="a25c4f907aa105e4" providerId="LiveId" clId="{1625FA3F-DE5D-55E5-8730-74FD0507527D}" dt="2026-05-15T15:45:42.094" v="423" actId="207"/>
          <ac:spMkLst>
            <pc:docMk/>
            <pc:sldMk cId="2689393251" sldId="568"/>
            <ac:spMk id="20" creationId="{46F6CE40-3CD0-DD35-E7B7-9ED8BD509201}"/>
          </ac:spMkLst>
        </pc:spChg>
        <pc:picChg chg="add mod">
          <ac:chgData name="Hzj Star" userId="a25c4f907aa105e4" providerId="LiveId" clId="{1625FA3F-DE5D-55E5-8730-74FD0507527D}" dt="2026-05-15T15:36:34.002" v="167" actId="1076"/>
          <ac:picMkLst>
            <pc:docMk/>
            <pc:sldMk cId="2689393251" sldId="568"/>
            <ac:picMk id="9" creationId="{9D912545-1F25-2B18-AFC3-A8BBC778B4C3}"/>
          </ac:picMkLst>
        </pc:picChg>
        <pc:picChg chg="del">
          <ac:chgData name="Hzj Star" userId="a25c4f907aa105e4" providerId="LiveId" clId="{1625FA3F-DE5D-55E5-8730-74FD0507527D}" dt="2026-05-15T15:36:31.079" v="163" actId="478"/>
          <ac:picMkLst>
            <pc:docMk/>
            <pc:sldMk cId="2689393251" sldId="568"/>
            <ac:picMk id="13" creationId="{BFDB857C-0429-A3F7-5220-83C755BCABCC}"/>
          </ac:picMkLst>
        </pc:picChg>
      </pc:sldChg>
      <pc:sldChg chg="addSp delSp modSp add mod">
        <pc:chgData name="Hzj Star" userId="a25c4f907aa105e4" providerId="LiveId" clId="{1625FA3F-DE5D-55E5-8730-74FD0507527D}" dt="2026-05-15T15:55:51.672" v="451"/>
        <pc:sldMkLst>
          <pc:docMk/>
          <pc:sldMk cId="3348801861" sldId="569"/>
        </pc:sldMkLst>
        <pc:spChg chg="del">
          <ac:chgData name="Hzj Star" userId="a25c4f907aa105e4" providerId="LiveId" clId="{1625FA3F-DE5D-55E5-8730-74FD0507527D}" dt="2026-05-15T15:37:21.108" v="189" actId="478"/>
          <ac:spMkLst>
            <pc:docMk/>
            <pc:sldMk cId="3348801861" sldId="569"/>
            <ac:spMk id="3" creationId="{4A7097BF-EC1A-4684-92B2-65D1C65538A3}"/>
          </ac:spMkLst>
        </pc:spChg>
        <pc:spChg chg="del">
          <ac:chgData name="Hzj Star" userId="a25c4f907aa105e4" providerId="LiveId" clId="{1625FA3F-DE5D-55E5-8730-74FD0507527D}" dt="2026-05-15T15:37:22.276" v="190" actId="478"/>
          <ac:spMkLst>
            <pc:docMk/>
            <pc:sldMk cId="3348801861" sldId="569"/>
            <ac:spMk id="5" creationId="{1C8A3F3B-130A-D673-AD4F-B445696AC570}"/>
          </ac:spMkLst>
        </pc:spChg>
        <pc:spChg chg="mod">
          <ac:chgData name="Hzj Star" userId="a25c4f907aa105e4" providerId="LiveId" clId="{1625FA3F-DE5D-55E5-8730-74FD0507527D}" dt="2026-05-15T15:55:51.672" v="451"/>
          <ac:spMkLst>
            <pc:docMk/>
            <pc:sldMk cId="3348801861" sldId="569"/>
            <ac:spMk id="6" creationId="{F6255AB9-4BC7-9D29-1AB5-8FD25DD7E4E5}"/>
          </ac:spMkLst>
        </pc:spChg>
        <pc:spChg chg="del">
          <ac:chgData name="Hzj Star" userId="a25c4f907aa105e4" providerId="LiveId" clId="{1625FA3F-DE5D-55E5-8730-74FD0507527D}" dt="2026-05-15T15:37:21.108" v="189" actId="478"/>
          <ac:spMkLst>
            <pc:docMk/>
            <pc:sldMk cId="3348801861" sldId="569"/>
            <ac:spMk id="7" creationId="{9E9A1ACA-D2A6-CFCC-2DBA-3FC0B5D6C5DD}"/>
          </ac:spMkLst>
        </pc:spChg>
        <pc:spChg chg="del">
          <ac:chgData name="Hzj Star" userId="a25c4f907aa105e4" providerId="LiveId" clId="{1625FA3F-DE5D-55E5-8730-74FD0507527D}" dt="2026-05-15T15:37:21.108" v="189" actId="478"/>
          <ac:spMkLst>
            <pc:docMk/>
            <pc:sldMk cId="3348801861" sldId="569"/>
            <ac:spMk id="10" creationId="{8C60EB8F-ED65-603C-7221-66CB7CF831D6}"/>
          </ac:spMkLst>
        </pc:spChg>
        <pc:spChg chg="add mod">
          <ac:chgData name="Hzj Star" userId="a25c4f907aa105e4" providerId="LiveId" clId="{1625FA3F-DE5D-55E5-8730-74FD0507527D}" dt="2026-05-15T15:46:38.232" v="430" actId="1076"/>
          <ac:spMkLst>
            <pc:docMk/>
            <pc:sldMk cId="3348801861" sldId="569"/>
            <ac:spMk id="11" creationId="{D4A97E0F-534C-CBD3-C5E4-48106F91814A}"/>
          </ac:spMkLst>
        </pc:spChg>
        <pc:picChg chg="add mod">
          <ac:chgData name="Hzj Star" userId="a25c4f907aa105e4" providerId="LiveId" clId="{1625FA3F-DE5D-55E5-8730-74FD0507527D}" dt="2026-05-15T15:46:36.643" v="429" actId="1076"/>
          <ac:picMkLst>
            <pc:docMk/>
            <pc:sldMk cId="3348801861" sldId="569"/>
            <ac:picMk id="4" creationId="{C80E840A-02CC-22B5-E848-50FE03733974}"/>
          </ac:picMkLst>
        </pc:picChg>
        <pc:picChg chg="del">
          <ac:chgData name="Hzj Star" userId="a25c4f907aa105e4" providerId="LiveId" clId="{1625FA3F-DE5D-55E5-8730-74FD0507527D}" dt="2026-05-15T15:37:02.920" v="186" actId="478"/>
          <ac:picMkLst>
            <pc:docMk/>
            <pc:sldMk cId="3348801861" sldId="569"/>
            <ac:picMk id="9" creationId="{5A7A12F5-B415-3AD3-EB6D-B5A89385AEFA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12A60F-63B3-4D54-AA63-B159FADA9F31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94E6C1-322F-4AF4-A541-6A7DCE3853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513A3C-D0C5-45C0-BD52-194E76396705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0D5545-95D4-489F-B8ED-7EAFA774B56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5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22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54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32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35" name="图片 34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8870172" y="274183"/>
            <a:ext cx="3002280" cy="411617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8" name="图片 17"/>
            <p:cNvPicPr>
              <a:picLocks noChangeAspect="1"/>
            </p:cNvPicPr>
            <p:nvPr userDrawn="1"/>
          </p:nvPicPr>
          <p:blipFill rotWithShape="1">
            <a:blip r:embed="rId4">
              <a:alphaModFix amt="35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37" name="椭圆 36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9" name="直接连接符 38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直接连接符 11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52790" b="-9084"/>
          <a:stretch>
            <a:fillRect/>
          </a:stretch>
        </p:blipFill>
        <p:spPr>
          <a:xfrm>
            <a:off x="332010" y="251356"/>
            <a:ext cx="1996577" cy="526439"/>
          </a:xfrm>
          <a:prstGeom prst="rect">
            <a:avLst/>
          </a:prstGeom>
        </p:spPr>
      </p:pic>
      <p:sp>
        <p:nvSpPr>
          <p:cNvPr id="16" name="文本占位符 31"/>
          <p:cNvSpPr>
            <a:spLocks noGrp="1"/>
          </p:cNvSpPr>
          <p:nvPr>
            <p:ph type="body" sz="quarter" idx="13"/>
          </p:nvPr>
        </p:nvSpPr>
        <p:spPr>
          <a:xfrm>
            <a:off x="4535233" y="5191861"/>
            <a:ext cx="3121533" cy="4590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304801" y="2455636"/>
            <a:ext cx="4122058" cy="143872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图片包含 建筑物&#10;&#10;自动生成的说明"/>
          <p:cNvPicPr>
            <a:picLocks noChangeAspect="1"/>
          </p:cNvPicPr>
          <p:nvPr/>
        </p:nvPicPr>
        <p:blipFill>
          <a:blip r:embed="rId3" cstate="print">
            <a:alphaModFix amt="25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7924" y="4902201"/>
            <a:ext cx="7179060" cy="2311400"/>
          </a:xfrm>
          <a:prstGeom prst="rect">
            <a:avLst/>
          </a:prstGeom>
          <a:effectLst/>
        </p:spPr>
      </p:pic>
      <p:sp>
        <p:nvSpPr>
          <p:cNvPr id="8" name="文本框 7"/>
          <p:cNvSpPr txBox="1"/>
          <p:nvPr/>
        </p:nvSpPr>
        <p:spPr>
          <a:xfrm>
            <a:off x="737508" y="2713335"/>
            <a:ext cx="32566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accent1"/>
                </a:solidFill>
              </a:rPr>
              <a:t>目    录</a:t>
            </a:r>
          </a:p>
        </p:txBody>
      </p:sp>
      <p:sp>
        <p:nvSpPr>
          <p:cNvPr id="9" name="矩形 8"/>
          <p:cNvSpPr/>
          <p:nvPr/>
        </p:nvSpPr>
        <p:spPr>
          <a:xfrm rot="16200000">
            <a:off x="2320829" y="1812287"/>
            <a:ext cx="90000" cy="4122058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 flipV="1">
            <a:off x="4897924" y="0"/>
            <a:ext cx="90000" cy="685800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376332"/>
            <a:ext cx="12166903" cy="411617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 bwMode="auto">
          <a:xfrm>
            <a:off x="0" y="-3812"/>
            <a:ext cx="340383" cy="772274"/>
          </a:xfrm>
          <a:prstGeom prst="rect">
            <a:avLst/>
          </a:prstGeom>
          <a:solidFill>
            <a:srgbClr val="C8171F"/>
          </a:solidFill>
          <a:ln w="0">
            <a:noFill/>
            <a:prstDash val="solid"/>
            <a:round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>
              <a:solidFill>
                <a:srgbClr val="000000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" name="直线连接符 98"/>
          <p:cNvCxnSpPr/>
          <p:nvPr userDrawn="1"/>
        </p:nvCxnSpPr>
        <p:spPr>
          <a:xfrm>
            <a:off x="0" y="768462"/>
            <a:ext cx="12192000" cy="0"/>
          </a:xfrm>
          <a:prstGeom prst="line">
            <a:avLst/>
          </a:prstGeom>
          <a:noFill/>
          <a:ln w="19050" cap="flat" cmpd="sng" algn="ctr">
            <a:solidFill>
              <a:srgbClr val="C8171F"/>
            </a:solidFill>
            <a:prstDash val="solid"/>
            <a:miter lim="800000"/>
          </a:ln>
          <a:effectLst/>
        </p:spPr>
      </p:cxn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9241" y="76994"/>
            <a:ext cx="610445" cy="61066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2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cxnSp>
        <p:nvCxnSpPr>
          <p:cNvPr id="13" name="直接连接符 12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6000" b="1" spc="6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5762" y="918446"/>
            <a:ext cx="5613400" cy="18669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849970" y="6515101"/>
            <a:ext cx="1037230" cy="342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8644C6-89F0-466C-949F-E70AD72679A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占位符 24" descr="图片包含 户外, 树, 建筑物, 天空&#10;&#10;自动生成的说明"/>
          <p:cNvPicPr>
            <a:picLocks noGrp="1" noChangeAspect="1"/>
          </p:cNvPicPr>
          <p:nvPr>
            <p:ph type="pic" sz="quarter"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99" b="29999"/>
          <a:stretch>
            <a:fillRect/>
          </a:stretch>
        </p:blipFill>
        <p:spPr>
          <a:xfrm>
            <a:off x="-11430" y="749300"/>
            <a:ext cx="12203430" cy="3192145"/>
          </a:xfrm>
        </p:spPr>
      </p:pic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聚类实验</a:t>
            </a:r>
            <a:endParaRPr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fld id="{C9F65FB5-5267-4E5A-BCF9-EA44443C8FA1}" type="datetime2">
              <a:rPr lang="zh-CN" altLang="en-US" smtClean="0"/>
              <a:t>2026年5月15日 Friday</a:t>
            </a:fld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刘满华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4"/>
          <p:cNvSpPr txBox="1"/>
          <p:nvPr/>
        </p:nvSpPr>
        <p:spPr>
          <a:xfrm>
            <a:off x="419465" y="80233"/>
            <a:ext cx="10176229" cy="5984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3200" b="1" dirty="0">
                <a:solidFill>
                  <a:srgbClr val="C8171F"/>
                </a:solidFill>
              </a:rPr>
              <a:t>1. </a:t>
            </a:r>
            <a:r>
              <a:rPr lang="zh-CN" altLang="en-US" sz="3200" b="1" dirty="0">
                <a:solidFill>
                  <a:srgbClr val="C8171F"/>
                </a:solidFill>
              </a:rPr>
              <a:t>聚类算法实验</a:t>
            </a:r>
            <a:r>
              <a:rPr kumimoji="1" lang="zh-CN" altLang="en-US" sz="3200" b="1" dirty="0">
                <a:solidFill>
                  <a:srgbClr val="C8171F"/>
                </a:solidFill>
              </a:rPr>
              <a:t> </a:t>
            </a:r>
            <a:r>
              <a:rPr lang="en-US" altLang="zh-CN" sz="32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K-Means</a:t>
            </a:r>
            <a:r>
              <a:rPr lang="zh-CN" altLang="en-US" sz="3200" b="1" dirty="0"/>
              <a:t>聚类算法</a:t>
            </a:r>
            <a:endParaRPr kumimoji="1" lang="zh-CN" altLang="en-US" sz="3200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0B38EF0-891D-4EFB-21AD-2216170DBA1D}"/>
              </a:ext>
            </a:extLst>
          </p:cNvPr>
          <p:cNvSpPr txBox="1"/>
          <p:nvPr/>
        </p:nvSpPr>
        <p:spPr>
          <a:xfrm>
            <a:off x="133179" y="933902"/>
            <a:ext cx="12151151" cy="400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lvl="1" indent="-228600">
              <a:lnSpc>
                <a:spcPct val="200000"/>
              </a:lnSpc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zh-CN" sz="2400" dirty="0" err="1">
                <a:cs typeface="Times New Roman" panose="02020603050405020304" pitchFamily="18" charset="0"/>
              </a:rPr>
              <a:t>KMeans</a:t>
            </a:r>
            <a:r>
              <a:rPr lang="en-US" altLang="zh-CN" sz="2400" dirty="0"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cs typeface="Times New Roman" panose="02020603050405020304" pitchFamily="18" charset="0"/>
              </a:rPr>
              <a:t>的主要参数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0" i="0" dirty="0" err="1"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n_clusters</a:t>
            </a:r>
            <a:r>
              <a:rPr lang="zh-CN" altLang="en-US" sz="2000" dirty="0">
                <a:solidFill>
                  <a:schemeClr val="accent1"/>
                </a:solidFill>
                <a:latin typeface="Arial" panose="020B0604020202020204" pitchFamily="34" charset="0"/>
              </a:rPr>
              <a:t>：</a:t>
            </a:r>
            <a:r>
              <a:rPr lang="zh-CN" altLang="en-US" sz="2000" b="0" i="0" dirty="0"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要形成的簇的数量以及要生成的质心的数量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0" i="0" dirty="0" err="1"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init</a:t>
            </a:r>
            <a:r>
              <a:rPr lang="zh-CN" altLang="en-US" sz="2000" b="0" i="0" dirty="0"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：初始化方法 </a:t>
            </a:r>
            <a:r>
              <a:rPr lang="en-US" altLang="zh-CN" sz="2000" b="0" i="0" dirty="0"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'k-means++' </a:t>
            </a:r>
            <a:r>
              <a:rPr lang="zh-CN" altLang="en-US" sz="2000" b="0" i="0" dirty="0"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或</a:t>
            </a:r>
            <a:r>
              <a:rPr lang="en-US" altLang="zh-CN" sz="2000" b="0" i="0" dirty="0"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 'random'</a:t>
            </a:r>
          </a:p>
          <a:p>
            <a:pPr marL="17145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0" i="0" dirty="0">
                <a:effectLst/>
                <a:latin typeface="Arial" panose="020B0604020202020204" pitchFamily="34" charset="0"/>
              </a:rPr>
              <a:t>'k-means++'</a:t>
            </a:r>
            <a:r>
              <a:rPr lang="zh-CN" altLang="en-US" sz="2000" b="0" i="0" dirty="0">
                <a:effectLst/>
                <a:latin typeface="Arial" panose="020B0604020202020204" pitchFamily="34" charset="0"/>
              </a:rPr>
              <a:t>：根据点对整体惯性贡献的经验概率分布，使用采样来选择初始簇质心。该技术加快了收敛速度。</a:t>
            </a:r>
            <a:endParaRPr lang="en-US" altLang="zh-CN" sz="2000" b="0" i="0" dirty="0">
              <a:effectLst/>
              <a:latin typeface="Arial" panose="020B0604020202020204" pitchFamily="34" charset="0"/>
            </a:endParaRPr>
          </a:p>
          <a:p>
            <a:pPr marL="17145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0" i="0" dirty="0">
                <a:effectLst/>
                <a:latin typeface="Arial" panose="020B0604020202020204" pitchFamily="34" charset="0"/>
              </a:rPr>
              <a:t>'random'</a:t>
            </a:r>
            <a:r>
              <a:rPr lang="zh-CN" altLang="en-US" sz="2000" b="0" i="0" dirty="0">
                <a:effectLst/>
                <a:latin typeface="Arial" panose="020B0604020202020204" pitchFamily="34" charset="0"/>
              </a:rPr>
              <a:t>：</a:t>
            </a:r>
            <a:r>
              <a:rPr lang="en-US" altLang="zh-CN" sz="2000" b="0" i="0" dirty="0" err="1">
                <a:effectLst/>
                <a:latin typeface="Arial" panose="020B0604020202020204" pitchFamily="34" charset="0"/>
              </a:rPr>
              <a:t>n_clusters</a:t>
            </a:r>
            <a:r>
              <a:rPr lang="zh-CN" altLang="en-US" sz="2000" b="0" i="0" dirty="0">
                <a:effectLst/>
                <a:latin typeface="Arial" panose="020B0604020202020204" pitchFamily="34" charset="0"/>
              </a:rPr>
              <a:t>从初始质心的数据中随机选择观测值（行）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0" i="0" dirty="0" err="1"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n_init</a:t>
            </a:r>
            <a:r>
              <a:rPr lang="zh-CN" altLang="en-US" sz="2000" dirty="0">
                <a:solidFill>
                  <a:schemeClr val="accent1"/>
                </a:solidFill>
                <a:latin typeface="Arial" panose="020B0604020202020204" pitchFamily="34" charset="0"/>
              </a:rPr>
              <a:t>：</a:t>
            </a:r>
            <a:r>
              <a:rPr lang="en-US" altLang="zh-CN" sz="2000" b="0" i="0" dirty="0"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‘auto’ </a:t>
            </a:r>
            <a:r>
              <a:rPr lang="zh-CN" altLang="en-US" sz="2000" b="0" i="0" dirty="0"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或 </a:t>
            </a:r>
            <a:r>
              <a:rPr lang="en-US" altLang="zh-CN" sz="2000" b="0" i="0" dirty="0"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int </a:t>
            </a:r>
            <a:r>
              <a:rPr lang="zh-CN" altLang="en-US" sz="2000" b="0" i="0" dirty="0"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使用不同质心种子运行 </a:t>
            </a:r>
            <a:r>
              <a:rPr lang="en-US" altLang="zh-CN" sz="2000" b="0" i="0" dirty="0"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k </a:t>
            </a:r>
            <a:r>
              <a:rPr lang="zh-CN" altLang="en-US" sz="2000" b="0" i="0" dirty="0"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均值算法的次数</a:t>
            </a:r>
            <a:endParaRPr lang="en-US" altLang="zh-CN" sz="2000" b="0" i="0" dirty="0">
              <a:solidFill>
                <a:schemeClr val="accent1"/>
              </a:solidFill>
              <a:effectLst/>
              <a:latin typeface="Arial" panose="020B0604020202020204" pitchFamily="3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0" i="0" dirty="0" err="1"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max_iter</a:t>
            </a:r>
            <a:r>
              <a:rPr lang="zh-CN" altLang="en-US" sz="2000" dirty="0">
                <a:solidFill>
                  <a:schemeClr val="accent1"/>
                </a:solidFill>
                <a:latin typeface="Arial" panose="020B0604020202020204" pitchFamily="34" charset="0"/>
              </a:rPr>
              <a:t>：</a:t>
            </a:r>
            <a:r>
              <a:rPr lang="zh-CN" altLang="en-US" sz="2000" b="0" i="0" dirty="0"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单次运行的 </a:t>
            </a:r>
            <a:r>
              <a:rPr lang="en-US" altLang="zh-CN" sz="2000" b="0" i="0" dirty="0"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k </a:t>
            </a:r>
            <a:r>
              <a:rPr lang="zh-CN" altLang="en-US" sz="2000" b="0" i="0" dirty="0"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均值算法的最大迭代次数</a:t>
            </a:r>
          </a:p>
        </p:txBody>
      </p:sp>
    </p:spTree>
    <p:extLst>
      <p:ext uri="{BB962C8B-B14F-4D97-AF65-F5344CB8AC3E}">
        <p14:creationId xmlns:p14="http://schemas.microsoft.com/office/powerpoint/2010/main" val="2998299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7C2DD14-29BE-1645-B777-91FA147EBDB3}"/>
              </a:ext>
            </a:extLst>
          </p:cNvPr>
          <p:cNvSpPr txBox="1"/>
          <p:nvPr/>
        </p:nvSpPr>
        <p:spPr>
          <a:xfrm>
            <a:off x="279991" y="1186934"/>
            <a:ext cx="37072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dirty="0"/>
              <a:t>a=</a:t>
            </a:r>
            <a:r>
              <a:rPr lang="zh-CN" altLang="en-US" dirty="0"/>
              <a:t>样本到同簇其他样本的平均距离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0481D10-9D50-7B10-52B1-B60632598D3E}"/>
              </a:ext>
            </a:extLst>
          </p:cNvPr>
          <p:cNvSpPr txBox="1"/>
          <p:nvPr/>
        </p:nvSpPr>
        <p:spPr>
          <a:xfrm>
            <a:off x="279991" y="1771724"/>
            <a:ext cx="61030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dirty="0"/>
              <a:t>b=</a:t>
            </a:r>
            <a:r>
              <a:rPr lang="zh-CN" altLang="en-US" dirty="0"/>
              <a:t>样本到最近的其他簇中样本的平均距离</a:t>
            </a:r>
          </a:p>
        </p:txBody>
      </p:sp>
      <p:sp>
        <p:nvSpPr>
          <p:cNvPr id="6" name="文本占位符 4">
            <a:extLst>
              <a:ext uri="{FF2B5EF4-FFF2-40B4-BE49-F238E27FC236}">
                <a16:creationId xmlns:a16="http://schemas.microsoft.com/office/drawing/2014/main" id="{07B17138-8E72-8658-BF1B-70DDB859A625}"/>
              </a:ext>
            </a:extLst>
          </p:cNvPr>
          <p:cNvSpPr txBox="1"/>
          <p:nvPr/>
        </p:nvSpPr>
        <p:spPr>
          <a:xfrm>
            <a:off x="419465" y="80233"/>
            <a:ext cx="10176229" cy="5984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3200" b="1" dirty="0">
                <a:solidFill>
                  <a:srgbClr val="C8171F"/>
                </a:solidFill>
              </a:rPr>
              <a:t>2. </a:t>
            </a:r>
            <a:r>
              <a:rPr lang="zh-CN" altLang="en-US" sz="3200" b="1" dirty="0">
                <a:solidFill>
                  <a:srgbClr val="C8171F"/>
                </a:solidFill>
              </a:rPr>
              <a:t>结果说明</a:t>
            </a:r>
            <a:r>
              <a:rPr lang="en-US" altLang="zh-CN" sz="32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Silhouette Score</a:t>
            </a:r>
            <a:endParaRPr kumimoji="1" lang="zh-CN" alt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7CCAD3CE-8251-7DB7-09D3-BA85233B5E5C}"/>
                  </a:ext>
                </a:extLst>
              </p:cNvPr>
              <p:cNvSpPr txBox="1"/>
              <p:nvPr/>
            </p:nvSpPr>
            <p:spPr>
              <a:xfrm>
                <a:off x="279991" y="2510288"/>
                <a:ext cx="2270237" cy="6310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d>
                            <m:dPr>
                              <m:ctrlP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func>
                            <m:funcPr>
                              <m:ctrlP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en-US" altLang="zh-CN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d>
                                    <m:dPr>
                                      <m:ctrlPr>
                                        <a:rPr kumimoji="1"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d>
                                    <m:dPr>
                                      <m:ctrlPr>
                                        <a:rPr kumimoji="1"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7CCAD3CE-8251-7DB7-09D3-BA85233B5E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991" y="2510288"/>
                <a:ext cx="2270237" cy="631070"/>
              </a:xfrm>
              <a:prstGeom prst="rect">
                <a:avLst/>
              </a:prstGeom>
              <a:blipFill>
                <a:blip r:embed="rId2"/>
                <a:stretch>
                  <a:fillRect l="-1117" t="-19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1E0BA5F-6101-9B91-3B02-3F47649FCBCA}"/>
                  </a:ext>
                </a:extLst>
              </p:cNvPr>
              <p:cNvSpPr txBox="1"/>
              <p:nvPr/>
            </p:nvSpPr>
            <p:spPr>
              <a:xfrm>
                <a:off x="222821" y="3577662"/>
                <a:ext cx="2922660" cy="7562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b="0" i="0" smtClean="0">
                          <a:latin typeface="Cambria Math" panose="02040503050406030204" pitchFamily="18" charset="0"/>
                        </a:rPr>
                        <m:t>Silhouette</m:t>
                      </m:r>
                      <m:r>
                        <a:rPr kumimoji="1" lang="en-US" altLang="zh-C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zh-CN" b="0" i="0" smtClean="0">
                          <a:latin typeface="Cambria Math" panose="02040503050406030204" pitchFamily="18" charset="0"/>
                        </a:rPr>
                        <m:t>Score</m:t>
                      </m:r>
                      <m:r>
                        <a:rPr kumimoji="1" lang="en-US" altLang="zh-CN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d>
                            <m:dPr>
                              <m:ctrlP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1E0BA5F-6101-9B91-3B02-3F47649FCB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821" y="3577662"/>
                <a:ext cx="2922660" cy="756233"/>
              </a:xfrm>
              <a:prstGeom prst="rect">
                <a:avLst/>
              </a:prstGeom>
              <a:blipFill>
                <a:blip r:embed="rId3"/>
                <a:stretch>
                  <a:fillRect l="-433" t="-116393" r="-2165" b="-1754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图形 12">
            <a:extLst>
              <a:ext uri="{FF2B5EF4-FFF2-40B4-BE49-F238E27FC236}">
                <a16:creationId xmlns:a16="http://schemas.microsoft.com/office/drawing/2014/main" id="{831599C5-153A-A95E-EA93-2700193E47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85896" y="1253562"/>
            <a:ext cx="6756400" cy="464820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B074D4B0-039B-8ADE-90A6-00E164E82DBE}"/>
              </a:ext>
            </a:extLst>
          </p:cNvPr>
          <p:cNvSpPr txBox="1"/>
          <p:nvPr/>
        </p:nvSpPr>
        <p:spPr>
          <a:xfrm>
            <a:off x="7435948" y="6027854"/>
            <a:ext cx="27123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tuning_score_by_k.svg</a:t>
            </a:r>
          </a:p>
        </p:txBody>
      </p:sp>
    </p:spTree>
    <p:extLst>
      <p:ext uri="{BB962C8B-B14F-4D97-AF65-F5344CB8AC3E}">
        <p14:creationId xmlns:p14="http://schemas.microsoft.com/office/powerpoint/2010/main" val="1237252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34A9F-789E-77DB-A8D5-0CFCB8A51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4">
            <a:extLst>
              <a:ext uri="{FF2B5EF4-FFF2-40B4-BE49-F238E27FC236}">
                <a16:creationId xmlns:a16="http://schemas.microsoft.com/office/drawing/2014/main" id="{30E8BAAF-5E6C-D9B5-AEA3-4471F567BAD0}"/>
              </a:ext>
            </a:extLst>
          </p:cNvPr>
          <p:cNvSpPr txBox="1"/>
          <p:nvPr/>
        </p:nvSpPr>
        <p:spPr>
          <a:xfrm>
            <a:off x="419465" y="80233"/>
            <a:ext cx="10176229" cy="5984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3200" b="1" dirty="0">
                <a:solidFill>
                  <a:srgbClr val="C8171F"/>
                </a:solidFill>
              </a:rPr>
              <a:t>2. </a:t>
            </a:r>
            <a:r>
              <a:rPr lang="zh-CN" altLang="en-US" sz="3200" b="1" dirty="0">
                <a:solidFill>
                  <a:srgbClr val="C8171F"/>
                </a:solidFill>
              </a:rPr>
              <a:t>结果说明</a:t>
            </a:r>
            <a:r>
              <a:rPr lang="en-US" altLang="zh-CN" sz="32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Inertia</a:t>
            </a:r>
            <a:endParaRPr kumimoji="1" lang="zh-CN" altLang="en-US" sz="3200" b="1" dirty="0"/>
          </a:p>
        </p:txBody>
      </p:sp>
      <p:pic>
        <p:nvPicPr>
          <p:cNvPr id="9" name="图形 8">
            <a:extLst>
              <a:ext uri="{FF2B5EF4-FFF2-40B4-BE49-F238E27FC236}">
                <a16:creationId xmlns:a16="http://schemas.microsoft.com/office/drawing/2014/main" id="{9D912545-1F25-2B18-AFC3-A8BBC778B4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10702" y="1222839"/>
            <a:ext cx="6413539" cy="44123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165E292E-1993-A0C5-E9CA-9DB29D45AA5D}"/>
                  </a:ext>
                </a:extLst>
              </p:cNvPr>
              <p:cNvSpPr txBox="1"/>
              <p:nvPr/>
            </p:nvSpPr>
            <p:spPr>
              <a:xfrm>
                <a:off x="938285" y="1591647"/>
                <a:ext cx="2342693" cy="7562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b="0" i="0" smtClean="0">
                          <a:latin typeface="Cambria Math" panose="02040503050406030204" pitchFamily="18" charset="0"/>
                        </a:rPr>
                        <m:t>Inertia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kumimoji="1"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kumimoji="1"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kumimoji="1"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165E292E-1993-A0C5-E9CA-9DB29D45AA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285" y="1591647"/>
                <a:ext cx="2342693" cy="756233"/>
              </a:xfrm>
              <a:prstGeom prst="rect">
                <a:avLst/>
              </a:prstGeom>
              <a:blipFill>
                <a:blip r:embed="rId4"/>
                <a:stretch>
                  <a:fillRect l="-1075" t="-118333" b="-18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428DECB-BCE9-BAC3-58E3-DFB1FF08E004}"/>
                  </a:ext>
                </a:extLst>
              </p:cNvPr>
              <p:cNvSpPr txBox="1"/>
              <p:nvPr/>
            </p:nvSpPr>
            <p:spPr>
              <a:xfrm>
                <a:off x="938285" y="2780907"/>
                <a:ext cx="2599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428DECB-BCE9-BAC3-58E3-DFB1FF08E0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285" y="2780907"/>
                <a:ext cx="259943" cy="276999"/>
              </a:xfrm>
              <a:prstGeom prst="rect">
                <a:avLst/>
              </a:prstGeom>
              <a:blipFill>
                <a:blip r:embed="rId5"/>
                <a:stretch>
                  <a:fillRect l="-9091" r="-4545" b="-217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F5F077AC-E4CB-745B-BD54-62AE68DAD5E5}"/>
                  </a:ext>
                </a:extLst>
              </p:cNvPr>
              <p:cNvSpPr txBox="1"/>
              <p:nvPr/>
            </p:nvSpPr>
            <p:spPr>
              <a:xfrm>
                <a:off x="938285" y="3352433"/>
                <a:ext cx="23891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F5F077AC-E4CB-745B-BD54-62AE68DAD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285" y="3352433"/>
                <a:ext cx="238912" cy="276999"/>
              </a:xfrm>
              <a:prstGeom prst="rect">
                <a:avLst/>
              </a:prstGeom>
              <a:blipFill>
                <a:blip r:embed="rId6"/>
                <a:stretch>
                  <a:fillRect l="-10000" r="-5000" b="-227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B17C5C2F-7360-520F-8E76-98CA130E9C81}"/>
                  </a:ext>
                </a:extLst>
              </p:cNvPr>
              <p:cNvSpPr txBox="1"/>
              <p:nvPr/>
            </p:nvSpPr>
            <p:spPr>
              <a:xfrm>
                <a:off x="938285" y="3923959"/>
                <a:ext cx="343556" cy="3041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sSub>
                            <m:sSubPr>
                              <m:ctrlP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B17C5C2F-7360-520F-8E76-98CA130E9C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285" y="3923959"/>
                <a:ext cx="343556" cy="304186"/>
              </a:xfrm>
              <a:prstGeom prst="rect">
                <a:avLst/>
              </a:prstGeom>
              <a:blipFill>
                <a:blip r:embed="rId7"/>
                <a:stretch>
                  <a:fillRect l="-10714" r="-3571" b="-16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>
            <a:extLst>
              <a:ext uri="{FF2B5EF4-FFF2-40B4-BE49-F238E27FC236}">
                <a16:creationId xmlns:a16="http://schemas.microsoft.com/office/drawing/2014/main" id="{E0B0E53F-4542-4636-E22D-B1642CC71017}"/>
              </a:ext>
            </a:extLst>
          </p:cNvPr>
          <p:cNvSpPr txBox="1"/>
          <p:nvPr/>
        </p:nvSpPr>
        <p:spPr>
          <a:xfrm>
            <a:off x="1303160" y="2780907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第</a:t>
            </a:r>
            <a:r>
              <a:rPr kumimoji="1" lang="en-US" altLang="zh-CN" dirty="0" err="1"/>
              <a:t>i</a:t>
            </a:r>
            <a:r>
              <a:rPr kumimoji="1" lang="zh-CN" altLang="en-US" dirty="0"/>
              <a:t>个样本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A63B0D0-4D79-CEB9-ED8A-6224D002035A}"/>
              </a:ext>
            </a:extLst>
          </p:cNvPr>
          <p:cNvSpPr txBox="1"/>
          <p:nvPr/>
        </p:nvSpPr>
        <p:spPr>
          <a:xfrm>
            <a:off x="1303160" y="3352433"/>
            <a:ext cx="1582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样本所属的簇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D7943EC-20A4-0D49-24B2-74B0DFEF68F1}"/>
              </a:ext>
            </a:extLst>
          </p:cNvPr>
          <p:cNvSpPr txBox="1"/>
          <p:nvPr/>
        </p:nvSpPr>
        <p:spPr>
          <a:xfrm>
            <a:off x="1303160" y="3964075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该簇的中心点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6F6CE40-3CD0-DD35-E7B7-9ED8BD509201}"/>
              </a:ext>
            </a:extLst>
          </p:cNvPr>
          <p:cNvSpPr txBox="1"/>
          <p:nvPr/>
        </p:nvSpPr>
        <p:spPr>
          <a:xfrm>
            <a:off x="7416538" y="5809947"/>
            <a:ext cx="26041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elbow_inertia_by_k.svg</a:t>
            </a:r>
          </a:p>
        </p:txBody>
      </p:sp>
    </p:spTree>
    <p:extLst>
      <p:ext uri="{BB962C8B-B14F-4D97-AF65-F5344CB8AC3E}">
        <p14:creationId xmlns:p14="http://schemas.microsoft.com/office/powerpoint/2010/main" val="2689393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FBD56-1B6B-16DE-D20F-BAF82E01D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4">
            <a:extLst>
              <a:ext uri="{FF2B5EF4-FFF2-40B4-BE49-F238E27FC236}">
                <a16:creationId xmlns:a16="http://schemas.microsoft.com/office/drawing/2014/main" id="{F6255AB9-4BC7-9D29-1AB5-8FD25DD7E4E5}"/>
              </a:ext>
            </a:extLst>
          </p:cNvPr>
          <p:cNvSpPr txBox="1"/>
          <p:nvPr/>
        </p:nvSpPr>
        <p:spPr>
          <a:xfrm>
            <a:off x="419465" y="80233"/>
            <a:ext cx="10176229" cy="5984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3200" b="1" dirty="0">
                <a:solidFill>
                  <a:srgbClr val="C8171F"/>
                </a:solidFill>
              </a:rPr>
              <a:t>2. </a:t>
            </a:r>
            <a:r>
              <a:rPr lang="zh-CN" altLang="en-US" sz="3200" b="1" dirty="0">
                <a:solidFill>
                  <a:srgbClr val="C8171F"/>
                </a:solidFill>
              </a:rPr>
              <a:t>结果说明</a:t>
            </a:r>
            <a:r>
              <a:rPr lang="en-US" altLang="zh-CN" sz="32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heatmap</a:t>
            </a:r>
            <a:endParaRPr kumimoji="1" lang="zh-CN" altLang="en-US" sz="3200" b="1" dirty="0"/>
          </a:p>
        </p:txBody>
      </p:sp>
      <p:pic>
        <p:nvPicPr>
          <p:cNvPr id="4" name="图形 3">
            <a:extLst>
              <a:ext uri="{FF2B5EF4-FFF2-40B4-BE49-F238E27FC236}">
                <a16:creationId xmlns:a16="http://schemas.microsoft.com/office/drawing/2014/main" id="{C80E840A-02CC-22B5-E848-50FE037339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3886" y="1109190"/>
            <a:ext cx="10204228" cy="463961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D4A97E0F-534C-CBD3-C5E4-48106F91814A}"/>
              </a:ext>
            </a:extLst>
          </p:cNvPr>
          <p:cNvSpPr txBox="1"/>
          <p:nvPr/>
        </p:nvSpPr>
        <p:spPr>
          <a:xfrm>
            <a:off x="4654485" y="5895565"/>
            <a:ext cx="3094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cluster_profile_heatmap.svg</a:t>
            </a:r>
          </a:p>
        </p:txBody>
      </p:sp>
    </p:spTree>
    <p:extLst>
      <p:ext uri="{BB962C8B-B14F-4D97-AF65-F5344CB8AC3E}">
        <p14:creationId xmlns:p14="http://schemas.microsoft.com/office/powerpoint/2010/main" val="3348801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占位符 1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spc="600" dirty="0"/>
              <a:t>   谢 谢！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arrow&quot;,&quot;Name&quot;:&quot;窄&quot;,&quot;HeaderHeight&quot;:10.0,&quot;FooterHeight&quot;:5.0,&quot;SideMargin&quot;:2.5,&quot;TopMargin&quot;:0.0,&quot;BottomMargin&quot;:0.0,&quot;IntervalMargin&quot;:1.0,&quot;SettingType&quot;:&quot;System&quot;}"/>
  <p:tag name="KSO_WPP_MARK_KEY" val="6c882dea-c2c2-44ed-8ac6-7b32c5f18ba2"/>
  <p:tag name="COMMONDATA" val="eyJoZGlkIjoiOGZjNDIyMTg0NzY4NjFjYmY3NzIzZDU4MTVjNThmNDYifQ=="/>
</p:tagLst>
</file>

<file path=ppt/theme/theme1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713</TotalTime>
  <Words>215</Words>
  <Application>Microsoft Macintosh PowerPoint</Application>
  <PresentationFormat>宽屏</PresentationFormat>
  <Paragraphs>29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等线</vt:lpstr>
      <vt:lpstr>微软雅黑</vt:lpstr>
      <vt:lpstr>Arial</vt:lpstr>
      <vt:lpstr>Cambria Math</vt:lpstr>
      <vt:lpstr>Times New Roman</vt:lpstr>
      <vt:lpstr>Office 主题​​</vt:lpstr>
      <vt:lpstr>聚类实验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一 李</dc:creator>
  <cp:lastModifiedBy>Hzj Star</cp:lastModifiedBy>
  <cp:revision>229</cp:revision>
  <dcterms:created xsi:type="dcterms:W3CDTF">2019-01-23T14:14:00Z</dcterms:created>
  <dcterms:modified xsi:type="dcterms:W3CDTF">2026-05-15T15:55:54Z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AE9988E375D14F61AE50737199A113DB_12</vt:lpwstr>
  </property>
  <property fmtid="{D5CDD505-2E9C-101B-9397-08002B2CF9AE}" pid="3" name="KSOProductBuildVer">
    <vt:lpwstr>2052-11.1.0.14036</vt:lpwstr>
  </property>
</Properties>
</file>