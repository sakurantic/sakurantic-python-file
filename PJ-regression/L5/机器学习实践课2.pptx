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1" r:id="rId2"/>
    <p:sldId id="556" r:id="rId3"/>
    <p:sldId id="566" r:id="rId4"/>
    <p:sldId id="553" r:id="rId5"/>
    <p:sldId id="542" r:id="rId6"/>
    <p:sldId id="565" r:id="rId7"/>
    <p:sldId id="555" r:id="rId8"/>
    <p:sldId id="560" r:id="rId9"/>
    <p:sldId id="558" r:id="rId10"/>
    <p:sldId id="559" r:id="rId11"/>
    <p:sldId id="562" r:id="rId12"/>
    <p:sldId id="561" r:id="rId13"/>
    <p:sldId id="563" r:id="rId14"/>
    <p:sldId id="564" r:id="rId15"/>
    <p:sldId id="557" r:id="rId16"/>
    <p:sldId id="260" r:id="rId17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40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37" userDrawn="1">
          <p15:clr>
            <a:srgbClr val="A4A3A4"/>
          </p15:clr>
        </p15:guide>
        <p15:guide id="7" orient="horz" pos="3116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C00000"/>
    <a:srgbClr val="CC0000"/>
    <a:srgbClr val="3333FF"/>
    <a:srgbClr val="CC00CC"/>
    <a:srgbClr val="FFFFFF"/>
    <a:srgbClr val="C8171F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C10283-7BA3-2349-AFAA-0E3F2BB02933}" v="122" dt="2026-04-24T20:11:36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70" autoAdjust="0"/>
    <p:restoredTop sz="94313" autoAdjust="0"/>
  </p:normalViewPr>
  <p:slideViewPr>
    <p:cSldViewPr snapToGrid="0" showGuides="1">
      <p:cViewPr varScale="1">
        <p:scale>
          <a:sx n="132" d="100"/>
          <a:sy n="132" d="100"/>
        </p:scale>
        <p:origin x="2056" y="168"/>
      </p:cViewPr>
      <p:guideLst>
        <p:guide pos="3840"/>
        <p:guide orient="horz" pos="1003"/>
        <p:guide orient="horz" pos="1537"/>
        <p:guide orient="horz" pos="3116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780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zj Star" userId="a25c4f907aa105e4" providerId="LiveId" clId="{1625FA3F-DE5D-55E5-8730-74FD0507527D}"/>
    <pc:docChg chg="undo custSel addSld delSld modSld sldOrd">
      <pc:chgData name="Hzj Star" userId="a25c4f907aa105e4" providerId="LiveId" clId="{1625FA3F-DE5D-55E5-8730-74FD0507527D}" dt="2026-04-24T20:11:56.512" v="1964" actId="14100"/>
      <pc:docMkLst>
        <pc:docMk/>
      </pc:docMkLst>
      <pc:sldChg chg="modSp mod">
        <pc:chgData name="Hzj Star" userId="a25c4f907aa105e4" providerId="LiveId" clId="{1625FA3F-DE5D-55E5-8730-74FD0507527D}" dt="2026-04-24T19:34:36.399" v="1005" actId="20577"/>
        <pc:sldMkLst>
          <pc:docMk/>
          <pc:sldMk cId="0" sldId="271"/>
        </pc:sldMkLst>
        <pc:spChg chg="mod">
          <ac:chgData name="Hzj Star" userId="a25c4f907aa105e4" providerId="LiveId" clId="{1625FA3F-DE5D-55E5-8730-74FD0507527D}" dt="2026-04-24T19:34:36.399" v="1005" actId="20577"/>
          <ac:spMkLst>
            <pc:docMk/>
            <pc:sldMk cId="0" sldId="271"/>
            <ac:spMk id="8" creationId="{00000000-0000-0000-0000-000000000000}"/>
          </ac:spMkLst>
        </pc:spChg>
      </pc:sldChg>
      <pc:sldChg chg="modSp mod ord">
        <pc:chgData name="Hzj Star" userId="a25c4f907aa105e4" providerId="LiveId" clId="{1625FA3F-DE5D-55E5-8730-74FD0507527D}" dt="2026-04-24T19:37:04.085" v="1096" actId="20577"/>
        <pc:sldMkLst>
          <pc:docMk/>
          <pc:sldMk cId="2455217273" sldId="542"/>
        </pc:sldMkLst>
        <pc:spChg chg="mod">
          <ac:chgData name="Hzj Star" userId="a25c4f907aa105e4" providerId="LiveId" clId="{1625FA3F-DE5D-55E5-8730-74FD0507527D}" dt="2026-04-24T19:37:04.085" v="1096" actId="20577"/>
          <ac:spMkLst>
            <pc:docMk/>
            <pc:sldMk cId="2455217273" sldId="542"/>
            <ac:spMk id="3" creationId="{B0B38EF0-891D-4EFB-21AD-2216170DBA1D}"/>
          </ac:spMkLst>
        </pc:spChg>
        <pc:spChg chg="mod">
          <ac:chgData name="Hzj Star" userId="a25c4f907aa105e4" providerId="LiveId" clId="{1625FA3F-DE5D-55E5-8730-74FD0507527D}" dt="2026-04-24T19:21:21.283" v="768" actId="20577"/>
          <ac:spMkLst>
            <pc:docMk/>
            <pc:sldMk cId="2455217273" sldId="542"/>
            <ac:spMk id="31" creationId="{00000000-0000-0000-0000-000000000000}"/>
          </ac:spMkLst>
        </pc:spChg>
      </pc:sldChg>
      <pc:sldChg chg="del">
        <pc:chgData name="Hzj Star" userId="a25c4f907aa105e4" providerId="LiveId" clId="{1625FA3F-DE5D-55E5-8730-74FD0507527D}" dt="2026-04-24T18:20:33.803" v="1" actId="2696"/>
        <pc:sldMkLst>
          <pc:docMk/>
          <pc:sldMk cId="2226160763" sldId="543"/>
        </pc:sldMkLst>
      </pc:sldChg>
      <pc:sldChg chg="del">
        <pc:chgData name="Hzj Star" userId="a25c4f907aa105e4" providerId="LiveId" clId="{1625FA3F-DE5D-55E5-8730-74FD0507527D}" dt="2026-04-24T18:20:33.803" v="1" actId="2696"/>
        <pc:sldMkLst>
          <pc:docMk/>
          <pc:sldMk cId="2890888059" sldId="544"/>
        </pc:sldMkLst>
      </pc:sldChg>
      <pc:sldChg chg="del">
        <pc:chgData name="Hzj Star" userId="a25c4f907aa105e4" providerId="LiveId" clId="{1625FA3F-DE5D-55E5-8730-74FD0507527D}" dt="2026-04-24T18:20:33.803" v="1" actId="2696"/>
        <pc:sldMkLst>
          <pc:docMk/>
          <pc:sldMk cId="2269141606" sldId="546"/>
        </pc:sldMkLst>
      </pc:sldChg>
      <pc:sldChg chg="del">
        <pc:chgData name="Hzj Star" userId="a25c4f907aa105e4" providerId="LiveId" clId="{1625FA3F-DE5D-55E5-8730-74FD0507527D}" dt="2026-04-24T18:20:33.803" v="1" actId="2696"/>
        <pc:sldMkLst>
          <pc:docMk/>
          <pc:sldMk cId="3295961389" sldId="548"/>
        </pc:sldMkLst>
      </pc:sldChg>
      <pc:sldChg chg="modSp mod ord">
        <pc:chgData name="Hzj Star" userId="a25c4f907aa105e4" providerId="LiveId" clId="{1625FA3F-DE5D-55E5-8730-74FD0507527D}" dt="2026-04-24T19:36:58.152" v="1094" actId="255"/>
        <pc:sldMkLst>
          <pc:docMk/>
          <pc:sldMk cId="109979862" sldId="553"/>
        </pc:sldMkLst>
        <pc:spChg chg="mod">
          <ac:chgData name="Hzj Star" userId="a25c4f907aa105e4" providerId="LiveId" clId="{1625FA3F-DE5D-55E5-8730-74FD0507527D}" dt="2026-04-24T19:36:58.152" v="1094" actId="255"/>
          <ac:spMkLst>
            <pc:docMk/>
            <pc:sldMk cId="109979862" sldId="553"/>
            <ac:spMk id="9" creationId="{5A3920DC-9A39-3D86-D9DC-3BC352B43709}"/>
          </ac:spMkLst>
        </pc:spChg>
        <pc:spChg chg="mod">
          <ac:chgData name="Hzj Star" userId="a25c4f907aa105e4" providerId="LiveId" clId="{1625FA3F-DE5D-55E5-8730-74FD0507527D}" dt="2026-04-24T19:21:19.816" v="766" actId="20577"/>
          <ac:spMkLst>
            <pc:docMk/>
            <pc:sldMk cId="109979862" sldId="553"/>
            <ac:spMk id="31" creationId="{00000000-0000-0000-0000-000000000000}"/>
          </ac:spMkLst>
        </pc:spChg>
      </pc:sldChg>
      <pc:sldChg chg="addSp delSp modSp mod ord">
        <pc:chgData name="Hzj Star" userId="a25c4f907aa105e4" providerId="LiveId" clId="{1625FA3F-DE5D-55E5-8730-74FD0507527D}" dt="2026-04-24T19:42:18.073" v="1503" actId="20577"/>
        <pc:sldMkLst>
          <pc:docMk/>
          <pc:sldMk cId="3184455971" sldId="555"/>
        </pc:sldMkLst>
        <pc:spChg chg="add del mod">
          <ac:chgData name="Hzj Star" userId="a25c4f907aa105e4" providerId="LiveId" clId="{1625FA3F-DE5D-55E5-8730-74FD0507527D}" dt="2026-04-24T18:39:27.035" v="79" actId="21"/>
          <ac:spMkLst>
            <pc:docMk/>
            <pc:sldMk cId="3184455971" sldId="555"/>
            <ac:spMk id="2" creationId="{9E2D90C8-F525-49EA-69E3-AC3CA0A95DE3}"/>
          </ac:spMkLst>
        </pc:spChg>
        <pc:spChg chg="add del mod">
          <ac:chgData name="Hzj Star" userId="a25c4f907aa105e4" providerId="LiveId" clId="{1625FA3F-DE5D-55E5-8730-74FD0507527D}" dt="2026-04-24T18:45:39.863" v="170" actId="478"/>
          <ac:spMkLst>
            <pc:docMk/>
            <pc:sldMk cId="3184455971" sldId="555"/>
            <ac:spMk id="4" creationId="{EE6A42AB-9C71-C48E-0A1F-D782B4411766}"/>
          </ac:spMkLst>
        </pc:spChg>
        <pc:spChg chg="add del mod">
          <ac:chgData name="Hzj Star" userId="a25c4f907aa105e4" providerId="LiveId" clId="{1625FA3F-DE5D-55E5-8730-74FD0507527D}" dt="2026-04-24T18:45:57.937" v="174" actId="478"/>
          <ac:spMkLst>
            <pc:docMk/>
            <pc:sldMk cId="3184455971" sldId="555"/>
            <ac:spMk id="6" creationId="{7454FD92-A495-7C29-F7FD-9399A1F72934}"/>
          </ac:spMkLst>
        </pc:spChg>
        <pc:spChg chg="add mod">
          <ac:chgData name="Hzj Star" userId="a25c4f907aa105e4" providerId="LiveId" clId="{1625FA3F-DE5D-55E5-8730-74FD0507527D}" dt="2026-04-24T18:47:15.552" v="213" actId="1076"/>
          <ac:spMkLst>
            <pc:docMk/>
            <pc:sldMk cId="3184455971" sldId="555"/>
            <ac:spMk id="8" creationId="{0051CEC9-7714-6A5E-6BD9-9532F1233DD5}"/>
          </ac:spMkLst>
        </pc:spChg>
        <pc:spChg chg="del mod">
          <ac:chgData name="Hzj Star" userId="a25c4f907aa105e4" providerId="LiveId" clId="{1625FA3F-DE5D-55E5-8730-74FD0507527D}" dt="2026-04-24T18:45:23.826" v="165" actId="478"/>
          <ac:spMkLst>
            <pc:docMk/>
            <pc:sldMk cId="3184455971" sldId="555"/>
            <ac:spMk id="9" creationId="{5A3920DC-9A39-3D86-D9DC-3BC352B43709}"/>
          </ac:spMkLst>
        </pc:spChg>
        <pc:spChg chg="mod">
          <ac:chgData name="Hzj Star" userId="a25c4f907aa105e4" providerId="LiveId" clId="{1625FA3F-DE5D-55E5-8730-74FD0507527D}" dt="2026-04-24T19:42:18.073" v="1503" actId="20577"/>
          <ac:spMkLst>
            <pc:docMk/>
            <pc:sldMk cId="3184455971" sldId="555"/>
            <ac:spMk id="31" creationId="{00000000-0000-0000-0000-000000000000}"/>
          </ac:spMkLst>
        </pc:spChg>
      </pc:sldChg>
      <pc:sldChg chg="addSp delSp modSp add mod ord">
        <pc:chgData name="Hzj Star" userId="a25c4f907aa105e4" providerId="LiveId" clId="{1625FA3F-DE5D-55E5-8730-74FD0507527D}" dt="2026-04-24T19:30:02.092" v="973" actId="478"/>
        <pc:sldMkLst>
          <pc:docMk/>
          <pc:sldMk cId="734978871" sldId="556"/>
        </pc:sldMkLst>
        <pc:spChg chg="add mod">
          <ac:chgData name="Hzj Star" userId="a25c4f907aa105e4" providerId="LiveId" clId="{1625FA3F-DE5D-55E5-8730-74FD0507527D}" dt="2026-04-24T19:24:53.063" v="865" actId="14100"/>
          <ac:spMkLst>
            <pc:docMk/>
            <pc:sldMk cId="734978871" sldId="556"/>
            <ac:spMk id="3" creationId="{029BB9D6-8C6F-0928-32F6-0B4727F4478C}"/>
          </ac:spMkLst>
        </pc:spChg>
        <pc:spChg chg="add mod">
          <ac:chgData name="Hzj Star" userId="a25c4f907aa105e4" providerId="LiveId" clId="{1625FA3F-DE5D-55E5-8730-74FD0507527D}" dt="2026-04-24T19:26:01.489" v="913" actId="1076"/>
          <ac:spMkLst>
            <pc:docMk/>
            <pc:sldMk cId="734978871" sldId="556"/>
            <ac:spMk id="4" creationId="{B3498B81-6F59-009E-E4D3-00E969512949}"/>
          </ac:spMkLst>
        </pc:spChg>
        <pc:spChg chg="add mod">
          <ac:chgData name="Hzj Star" userId="a25c4f907aa105e4" providerId="LiveId" clId="{1625FA3F-DE5D-55E5-8730-74FD0507527D}" dt="2026-04-24T19:27:03.448" v="970" actId="1076"/>
          <ac:spMkLst>
            <pc:docMk/>
            <pc:sldMk cId="734978871" sldId="556"/>
            <ac:spMk id="5" creationId="{DB14765E-3711-CA18-3707-82FDFB3E526C}"/>
          </ac:spMkLst>
        </pc:spChg>
        <pc:spChg chg="add mod">
          <ac:chgData name="Hzj Star" userId="a25c4f907aa105e4" providerId="LiveId" clId="{1625FA3F-DE5D-55E5-8730-74FD0507527D}" dt="2026-04-24T19:26:55.984" v="969"/>
          <ac:spMkLst>
            <pc:docMk/>
            <pc:sldMk cId="734978871" sldId="556"/>
            <ac:spMk id="6" creationId="{23208B72-68BE-2F3C-D0ED-0ECDEABA491E}"/>
          </ac:spMkLst>
        </pc:spChg>
        <pc:spChg chg="add del">
          <ac:chgData name="Hzj Star" userId="a25c4f907aa105e4" providerId="LiveId" clId="{1625FA3F-DE5D-55E5-8730-74FD0507527D}" dt="2026-04-24T19:30:02.092" v="973" actId="478"/>
          <ac:spMkLst>
            <pc:docMk/>
            <pc:sldMk cId="734978871" sldId="556"/>
            <ac:spMk id="7" creationId="{480152F0-578A-A4BD-5807-0DB07C2EF524}"/>
          </ac:spMkLst>
        </pc:spChg>
        <pc:spChg chg="mod">
          <ac:chgData name="Hzj Star" userId="a25c4f907aa105e4" providerId="LiveId" clId="{1625FA3F-DE5D-55E5-8730-74FD0507527D}" dt="2026-04-24T19:24:11.423" v="862" actId="20577"/>
          <ac:spMkLst>
            <pc:docMk/>
            <pc:sldMk cId="734978871" sldId="556"/>
            <ac:spMk id="9" creationId="{10830776-DF78-8F65-2618-A72A99355CD4}"/>
          </ac:spMkLst>
        </pc:spChg>
        <pc:spChg chg="mod">
          <ac:chgData name="Hzj Star" userId="a25c4f907aa105e4" providerId="LiveId" clId="{1625FA3F-DE5D-55E5-8730-74FD0507527D}" dt="2026-04-24T19:21:13.336" v="760" actId="20577"/>
          <ac:spMkLst>
            <pc:docMk/>
            <pc:sldMk cId="734978871" sldId="556"/>
            <ac:spMk id="31" creationId="{EC76E5C1-065D-0AC5-BB7E-1D6B37EC1E85}"/>
          </ac:spMkLst>
        </pc:spChg>
      </pc:sldChg>
      <pc:sldChg chg="del">
        <pc:chgData name="Hzj Star" userId="a25c4f907aa105e4" providerId="LiveId" clId="{1625FA3F-DE5D-55E5-8730-74FD0507527D}" dt="2026-04-24T18:20:33.803" v="1" actId="2696"/>
        <pc:sldMkLst>
          <pc:docMk/>
          <pc:sldMk cId="2568038594" sldId="556"/>
        </pc:sldMkLst>
      </pc:sldChg>
      <pc:sldChg chg="addSp delSp modSp new mod">
        <pc:chgData name="Hzj Star" userId="a25c4f907aa105e4" providerId="LiveId" clId="{1625FA3F-DE5D-55E5-8730-74FD0507527D}" dt="2026-04-24T19:51:10.405" v="1907" actId="20577"/>
        <pc:sldMkLst>
          <pc:docMk/>
          <pc:sldMk cId="553010957" sldId="557"/>
        </pc:sldMkLst>
        <pc:spChg chg="add mod">
          <ac:chgData name="Hzj Star" userId="a25c4f907aa105e4" providerId="LiveId" clId="{1625FA3F-DE5D-55E5-8730-74FD0507527D}" dt="2026-04-24T19:51:10.405" v="1907" actId="20577"/>
          <ac:spMkLst>
            <pc:docMk/>
            <pc:sldMk cId="553010957" sldId="557"/>
            <ac:spMk id="2" creationId="{7CC39E54-4BA3-D6FE-6FC5-94E228E91827}"/>
          </ac:spMkLst>
        </pc:spChg>
        <pc:spChg chg="add del mod">
          <ac:chgData name="Hzj Star" userId="a25c4f907aa105e4" providerId="LiveId" clId="{1625FA3F-DE5D-55E5-8730-74FD0507527D}" dt="2026-04-24T18:39:36.057" v="83" actId="478"/>
          <ac:spMkLst>
            <pc:docMk/>
            <pc:sldMk cId="553010957" sldId="557"/>
            <ac:spMk id="3" creationId="{0B12AF94-7CE5-98B8-2EDA-A034ED9DB346}"/>
          </ac:spMkLst>
        </pc:spChg>
        <pc:spChg chg="add mod">
          <ac:chgData name="Hzj Star" userId="a25c4f907aa105e4" providerId="LiveId" clId="{1625FA3F-DE5D-55E5-8730-74FD0507527D}" dt="2026-04-24T18:39:39.247" v="84"/>
          <ac:spMkLst>
            <pc:docMk/>
            <pc:sldMk cId="553010957" sldId="557"/>
            <ac:spMk id="4" creationId="{A35D0EA8-F581-07F2-C90F-31185947AD31}"/>
          </ac:spMkLst>
        </pc:spChg>
        <pc:spChg chg="add mod">
          <ac:chgData name="Hzj Star" userId="a25c4f907aa105e4" providerId="LiveId" clId="{1625FA3F-DE5D-55E5-8730-74FD0507527D}" dt="2026-04-24T19:42:33.004" v="1519" actId="20577"/>
          <ac:spMkLst>
            <pc:docMk/>
            <pc:sldMk cId="553010957" sldId="557"/>
            <ac:spMk id="5" creationId="{16CA513D-B757-9AF8-409E-361609B7A153}"/>
          </ac:spMkLst>
        </pc:spChg>
        <pc:spChg chg="add del mod">
          <ac:chgData name="Hzj Star" userId="a25c4f907aa105e4" providerId="LiveId" clId="{1625FA3F-DE5D-55E5-8730-74FD0507527D}" dt="2026-04-24T19:44:53.761" v="1523" actId="21"/>
          <ac:spMkLst>
            <pc:docMk/>
            <pc:sldMk cId="553010957" sldId="557"/>
            <ac:spMk id="7" creationId="{56AC797C-B6EC-279F-9765-873F9F89C6D7}"/>
          </ac:spMkLst>
        </pc:spChg>
        <pc:spChg chg="add mod">
          <ac:chgData name="Hzj Star" userId="a25c4f907aa105e4" providerId="LiveId" clId="{1625FA3F-DE5D-55E5-8730-74FD0507527D}" dt="2026-04-24T19:46:58.352" v="1593" actId="20577"/>
          <ac:spMkLst>
            <pc:docMk/>
            <pc:sldMk cId="553010957" sldId="557"/>
            <ac:spMk id="8" creationId="{CEA76570-541B-B998-16B8-5C8A2CBFF6DF}"/>
          </ac:spMkLst>
        </pc:spChg>
        <pc:spChg chg="add mod">
          <ac:chgData name="Hzj Star" userId="a25c4f907aa105e4" providerId="LiveId" clId="{1625FA3F-DE5D-55E5-8730-74FD0507527D}" dt="2026-04-24T19:49:04.833" v="1837" actId="20577"/>
          <ac:spMkLst>
            <pc:docMk/>
            <pc:sldMk cId="553010957" sldId="557"/>
            <ac:spMk id="9" creationId="{A91539B7-EBAE-8CAE-E55D-9FDFAD00CED2}"/>
          </ac:spMkLst>
        </pc:spChg>
      </pc:sldChg>
      <pc:sldChg chg="modSp add mod">
        <pc:chgData name="Hzj Star" userId="a25c4f907aa105e4" providerId="LiveId" clId="{1625FA3F-DE5D-55E5-8730-74FD0507527D}" dt="2026-04-24T19:42:21.075" v="1507" actId="20577"/>
        <pc:sldMkLst>
          <pc:docMk/>
          <pc:sldMk cId="1473096243" sldId="558"/>
        </pc:sldMkLst>
        <pc:spChg chg="mod">
          <ac:chgData name="Hzj Star" userId="a25c4f907aa105e4" providerId="LiveId" clId="{1625FA3F-DE5D-55E5-8730-74FD0507527D}" dt="2026-04-24T19:08:56.700" v="410" actId="20577"/>
          <ac:spMkLst>
            <pc:docMk/>
            <pc:sldMk cId="1473096243" sldId="558"/>
            <ac:spMk id="8" creationId="{9E76EF6F-26A3-3CBA-871B-566F0640ACDA}"/>
          </ac:spMkLst>
        </pc:spChg>
        <pc:spChg chg="mod">
          <ac:chgData name="Hzj Star" userId="a25c4f907aa105e4" providerId="LiveId" clId="{1625FA3F-DE5D-55E5-8730-74FD0507527D}" dt="2026-04-24T19:42:21.075" v="1507" actId="20577"/>
          <ac:spMkLst>
            <pc:docMk/>
            <pc:sldMk cId="1473096243" sldId="558"/>
            <ac:spMk id="31" creationId="{899C318B-BEC6-2F4D-5754-F8BF9F9C6920}"/>
          </ac:spMkLst>
        </pc:spChg>
      </pc:sldChg>
      <pc:sldChg chg="addSp delSp modSp add mod ord">
        <pc:chgData name="Hzj Star" userId="a25c4f907aa105e4" providerId="LiveId" clId="{1625FA3F-DE5D-55E5-8730-74FD0507527D}" dt="2026-04-24T19:42:22.624" v="1509" actId="20577"/>
        <pc:sldMkLst>
          <pc:docMk/>
          <pc:sldMk cId="4054310499" sldId="559"/>
        </pc:sldMkLst>
        <pc:spChg chg="add del mod">
          <ac:chgData name="Hzj Star" userId="a25c4f907aa105e4" providerId="LiveId" clId="{1625FA3F-DE5D-55E5-8730-74FD0507527D}" dt="2026-04-24T18:53:02.436" v="325" actId="478"/>
          <ac:spMkLst>
            <pc:docMk/>
            <pc:sldMk cId="4054310499" sldId="559"/>
            <ac:spMk id="3" creationId="{88B637C3-D3A8-3E0E-CC59-4D39A77D1DA0}"/>
          </ac:spMkLst>
        </pc:spChg>
        <pc:spChg chg="add del">
          <ac:chgData name="Hzj Star" userId="a25c4f907aa105e4" providerId="LiveId" clId="{1625FA3F-DE5D-55E5-8730-74FD0507527D}" dt="2026-04-24T18:53:12.068" v="327" actId="478"/>
          <ac:spMkLst>
            <pc:docMk/>
            <pc:sldMk cId="4054310499" sldId="559"/>
            <ac:spMk id="5" creationId="{B434780E-3468-AC14-746F-47835B955CCC}"/>
          </ac:spMkLst>
        </pc:spChg>
        <pc:spChg chg="add del mod">
          <ac:chgData name="Hzj Star" userId="a25c4f907aa105e4" providerId="LiveId" clId="{1625FA3F-DE5D-55E5-8730-74FD0507527D}" dt="2026-04-24T18:53:42.790" v="331" actId="22"/>
          <ac:spMkLst>
            <pc:docMk/>
            <pc:sldMk cId="4054310499" sldId="559"/>
            <ac:spMk id="7" creationId="{D545FA81-9F26-407E-A0F2-D3CE47EDC48F}"/>
          </ac:spMkLst>
        </pc:spChg>
        <pc:spChg chg="mod">
          <ac:chgData name="Hzj Star" userId="a25c4f907aa105e4" providerId="LiveId" clId="{1625FA3F-DE5D-55E5-8730-74FD0507527D}" dt="2026-04-24T19:09:58.089" v="488" actId="14100"/>
          <ac:spMkLst>
            <pc:docMk/>
            <pc:sldMk cId="4054310499" sldId="559"/>
            <ac:spMk id="8" creationId="{0489C60F-3335-5CD1-B1E6-BF4BDACF5F97}"/>
          </ac:spMkLst>
        </pc:spChg>
        <pc:spChg chg="mod">
          <ac:chgData name="Hzj Star" userId="a25c4f907aa105e4" providerId="LiveId" clId="{1625FA3F-DE5D-55E5-8730-74FD0507527D}" dt="2026-04-24T19:42:22.624" v="1509" actId="20577"/>
          <ac:spMkLst>
            <pc:docMk/>
            <pc:sldMk cId="4054310499" sldId="559"/>
            <ac:spMk id="31" creationId="{7C601940-F6CF-FB82-02DC-36926B580A73}"/>
          </ac:spMkLst>
        </pc:spChg>
        <pc:picChg chg="add del mod">
          <ac:chgData name="Hzj Star" userId="a25c4f907aa105e4" providerId="LiveId" clId="{1625FA3F-DE5D-55E5-8730-74FD0507527D}" dt="2026-04-24T18:54:29.042" v="336" actId="478"/>
          <ac:picMkLst>
            <pc:docMk/>
            <pc:sldMk cId="4054310499" sldId="559"/>
            <ac:picMk id="9" creationId="{4CB2E815-60B6-133D-7C4D-AAAFF14F8EC4}"/>
          </ac:picMkLst>
        </pc:picChg>
        <pc:picChg chg="add mod">
          <ac:chgData name="Hzj Star" userId="a25c4f907aa105e4" providerId="LiveId" clId="{1625FA3F-DE5D-55E5-8730-74FD0507527D}" dt="2026-04-24T18:54:37.356" v="338" actId="1076"/>
          <ac:picMkLst>
            <pc:docMk/>
            <pc:sldMk cId="4054310499" sldId="559"/>
            <ac:picMk id="10" creationId="{561C1DDF-A95E-0E2F-2231-9FA63A8CCBC5}"/>
          </ac:picMkLst>
        </pc:picChg>
        <pc:picChg chg="add mod">
          <ac:chgData name="Hzj Star" userId="a25c4f907aa105e4" providerId="LiveId" clId="{1625FA3F-DE5D-55E5-8730-74FD0507527D}" dt="2026-04-24T19:10:03.926" v="489" actId="1076"/>
          <ac:picMkLst>
            <pc:docMk/>
            <pc:sldMk cId="4054310499" sldId="559"/>
            <ac:picMk id="11" creationId="{FD9D0A7F-ADA9-86D1-464F-7C78A1E234E2}"/>
          </ac:picMkLst>
        </pc:picChg>
      </pc:sldChg>
      <pc:sldChg chg="addSp delSp modSp add mod ord">
        <pc:chgData name="Hzj Star" userId="a25c4f907aa105e4" providerId="LiveId" clId="{1625FA3F-DE5D-55E5-8730-74FD0507527D}" dt="2026-04-24T19:42:19.637" v="1505" actId="20577"/>
        <pc:sldMkLst>
          <pc:docMk/>
          <pc:sldMk cId="1390665614" sldId="560"/>
        </pc:sldMkLst>
        <pc:spChg chg="mod">
          <ac:chgData name="Hzj Star" userId="a25c4f907aa105e4" providerId="LiveId" clId="{1625FA3F-DE5D-55E5-8730-74FD0507527D}" dt="2026-04-24T19:10:49.383" v="497" actId="207"/>
          <ac:spMkLst>
            <pc:docMk/>
            <pc:sldMk cId="1390665614" sldId="560"/>
            <ac:spMk id="8" creationId="{409CB122-7CB6-BFB5-E386-0080ACF96538}"/>
          </ac:spMkLst>
        </pc:spChg>
        <pc:spChg chg="mod">
          <ac:chgData name="Hzj Star" userId="a25c4f907aa105e4" providerId="LiveId" clId="{1625FA3F-DE5D-55E5-8730-74FD0507527D}" dt="2026-04-24T19:42:19.637" v="1505" actId="20577"/>
          <ac:spMkLst>
            <pc:docMk/>
            <pc:sldMk cId="1390665614" sldId="560"/>
            <ac:spMk id="31" creationId="{B17EB903-9EF6-46BA-5218-B3E9360FA325}"/>
          </ac:spMkLst>
        </pc:spChg>
        <pc:picChg chg="add del mod">
          <ac:chgData name="Hzj Star" userId="a25c4f907aa105e4" providerId="LiveId" clId="{1625FA3F-DE5D-55E5-8730-74FD0507527D}" dt="2026-04-24T19:11:15.593" v="504" actId="478"/>
          <ac:picMkLst>
            <pc:docMk/>
            <pc:sldMk cId="1390665614" sldId="560"/>
            <ac:picMk id="2" creationId="{A289AF02-6CFE-2A28-3F87-EA0865D57AED}"/>
          </ac:picMkLst>
        </pc:picChg>
        <pc:picChg chg="add mod">
          <ac:chgData name="Hzj Star" userId="a25c4f907aa105e4" providerId="LiveId" clId="{1625FA3F-DE5D-55E5-8730-74FD0507527D}" dt="2026-04-24T19:11:51.440" v="510" actId="1076"/>
          <ac:picMkLst>
            <pc:docMk/>
            <pc:sldMk cId="1390665614" sldId="560"/>
            <ac:picMk id="4" creationId="{B30F7992-5024-D142-ACEE-607B47D09F9D}"/>
          </ac:picMkLst>
        </pc:picChg>
      </pc:sldChg>
      <pc:sldChg chg="addSp delSp modSp add mod ord">
        <pc:chgData name="Hzj Star" userId="a25c4f907aa105e4" providerId="LiveId" clId="{1625FA3F-DE5D-55E5-8730-74FD0507527D}" dt="2026-04-24T20:11:56.512" v="1964" actId="14100"/>
        <pc:sldMkLst>
          <pc:docMk/>
          <pc:sldMk cId="1641784164" sldId="561"/>
        </pc:sldMkLst>
        <pc:spChg chg="add del mod">
          <ac:chgData name="Hzj Star" userId="a25c4f907aa105e4" providerId="LiveId" clId="{1625FA3F-DE5D-55E5-8730-74FD0507527D}" dt="2026-04-24T20:11:22.151" v="1909" actId="478"/>
          <ac:spMkLst>
            <pc:docMk/>
            <pc:sldMk cId="1641784164" sldId="561"/>
            <ac:spMk id="2" creationId="{5EE3A031-68AB-6685-BB87-7761F31065A8}"/>
          </ac:spMkLst>
        </pc:spChg>
        <pc:spChg chg="add mod">
          <ac:chgData name="Hzj Star" userId="a25c4f907aa105e4" providerId="LiveId" clId="{1625FA3F-DE5D-55E5-8730-74FD0507527D}" dt="2026-04-24T20:11:56.512" v="1964" actId="14100"/>
          <ac:spMkLst>
            <pc:docMk/>
            <pc:sldMk cId="1641784164" sldId="561"/>
            <ac:spMk id="3" creationId="{BAAFC78B-B661-B00D-4FBB-90769C0E89BB}"/>
          </ac:spMkLst>
        </pc:spChg>
        <pc:spChg chg="mod">
          <ac:chgData name="Hzj Star" userId="a25c4f907aa105e4" providerId="LiveId" clId="{1625FA3F-DE5D-55E5-8730-74FD0507527D}" dt="2026-04-24T19:08:04.142" v="350" actId="207"/>
          <ac:spMkLst>
            <pc:docMk/>
            <pc:sldMk cId="1641784164" sldId="561"/>
            <ac:spMk id="8" creationId="{705640C7-6801-7531-1E45-CE0766F99EDA}"/>
          </ac:spMkLst>
        </pc:spChg>
        <pc:spChg chg="mod">
          <ac:chgData name="Hzj Star" userId="a25c4f907aa105e4" providerId="LiveId" clId="{1625FA3F-DE5D-55E5-8730-74FD0507527D}" dt="2026-04-24T19:42:26.789" v="1513" actId="20577"/>
          <ac:spMkLst>
            <pc:docMk/>
            <pc:sldMk cId="1641784164" sldId="561"/>
            <ac:spMk id="31" creationId="{923581E9-FA60-B059-7EC1-0DC7D42352E5}"/>
          </ac:spMkLst>
        </pc:spChg>
      </pc:sldChg>
      <pc:sldChg chg="addSp delSp modSp add mod">
        <pc:chgData name="Hzj Star" userId="a25c4f907aa105e4" providerId="LiveId" clId="{1625FA3F-DE5D-55E5-8730-74FD0507527D}" dt="2026-04-24T19:42:24.451" v="1511" actId="20577"/>
        <pc:sldMkLst>
          <pc:docMk/>
          <pc:sldMk cId="3266889644" sldId="562"/>
        </pc:sldMkLst>
        <pc:spChg chg="mod">
          <ac:chgData name="Hzj Star" userId="a25c4f907aa105e4" providerId="LiveId" clId="{1625FA3F-DE5D-55E5-8730-74FD0507527D}" dt="2026-04-24T19:10:53.488" v="498" actId="207"/>
          <ac:spMkLst>
            <pc:docMk/>
            <pc:sldMk cId="3266889644" sldId="562"/>
            <ac:spMk id="8" creationId="{CD32EA9F-E15A-8910-5ABC-677F00B198F2}"/>
          </ac:spMkLst>
        </pc:spChg>
        <pc:spChg chg="mod">
          <ac:chgData name="Hzj Star" userId="a25c4f907aa105e4" providerId="LiveId" clId="{1625FA3F-DE5D-55E5-8730-74FD0507527D}" dt="2026-04-24T19:42:24.451" v="1511" actId="20577"/>
          <ac:spMkLst>
            <pc:docMk/>
            <pc:sldMk cId="3266889644" sldId="562"/>
            <ac:spMk id="31" creationId="{1940C0BF-D98C-3E35-641C-E7E19704F20C}"/>
          </ac:spMkLst>
        </pc:spChg>
        <pc:picChg chg="del">
          <ac:chgData name="Hzj Star" userId="a25c4f907aa105e4" providerId="LiveId" clId="{1625FA3F-DE5D-55E5-8730-74FD0507527D}" dt="2026-04-24T19:10:42.244" v="496" actId="478"/>
          <ac:picMkLst>
            <pc:docMk/>
            <pc:sldMk cId="3266889644" sldId="562"/>
            <ac:picMk id="2" creationId="{DFE479B2-09F5-E696-2D08-128CD092FFF7}"/>
          </ac:picMkLst>
        </pc:picChg>
        <pc:picChg chg="add del mod">
          <ac:chgData name="Hzj Star" userId="a25c4f907aa105e4" providerId="LiveId" clId="{1625FA3F-DE5D-55E5-8730-74FD0507527D}" dt="2026-04-24T19:11:14.191" v="503" actId="478"/>
          <ac:picMkLst>
            <pc:docMk/>
            <pc:sldMk cId="3266889644" sldId="562"/>
            <ac:picMk id="3" creationId="{8A5608A1-900F-4528-AE3F-0E79C1FE484A}"/>
          </ac:picMkLst>
        </pc:picChg>
        <pc:picChg chg="add mod">
          <ac:chgData name="Hzj Star" userId="a25c4f907aa105e4" providerId="LiveId" clId="{1625FA3F-DE5D-55E5-8730-74FD0507527D}" dt="2026-04-24T19:11:37.311" v="508" actId="1076"/>
          <ac:picMkLst>
            <pc:docMk/>
            <pc:sldMk cId="3266889644" sldId="562"/>
            <ac:picMk id="5" creationId="{96400AA6-2F1D-8069-ACBC-AACB86428F29}"/>
          </ac:picMkLst>
        </pc:picChg>
      </pc:sldChg>
      <pc:sldChg chg="addSp modSp add mod ord">
        <pc:chgData name="Hzj Star" userId="a25c4f907aa105e4" providerId="LiveId" clId="{1625FA3F-DE5D-55E5-8730-74FD0507527D}" dt="2026-04-24T19:42:29.026" v="1515" actId="20577"/>
        <pc:sldMkLst>
          <pc:docMk/>
          <pc:sldMk cId="4278083672" sldId="563"/>
        </pc:sldMkLst>
        <pc:spChg chg="mod">
          <ac:chgData name="Hzj Star" userId="a25c4f907aa105e4" providerId="LiveId" clId="{1625FA3F-DE5D-55E5-8730-74FD0507527D}" dt="2026-04-24T19:14:34.811" v="668" actId="207"/>
          <ac:spMkLst>
            <pc:docMk/>
            <pc:sldMk cId="4278083672" sldId="563"/>
            <ac:spMk id="8" creationId="{FB784712-C29C-26B9-5603-84C1349EA01B}"/>
          </ac:spMkLst>
        </pc:spChg>
        <pc:spChg chg="mod">
          <ac:chgData name="Hzj Star" userId="a25c4f907aa105e4" providerId="LiveId" clId="{1625FA3F-DE5D-55E5-8730-74FD0507527D}" dt="2026-04-24T19:42:29.026" v="1515" actId="20577"/>
          <ac:spMkLst>
            <pc:docMk/>
            <pc:sldMk cId="4278083672" sldId="563"/>
            <ac:spMk id="31" creationId="{3D892F81-8363-7D99-6935-493165094BCC}"/>
          </ac:spMkLst>
        </pc:spChg>
        <pc:picChg chg="add mod">
          <ac:chgData name="Hzj Star" userId="a25c4f907aa105e4" providerId="LiveId" clId="{1625FA3F-DE5D-55E5-8730-74FD0507527D}" dt="2026-04-24T19:14:44.039" v="671" actId="1076"/>
          <ac:picMkLst>
            <pc:docMk/>
            <pc:sldMk cId="4278083672" sldId="563"/>
            <ac:picMk id="3" creationId="{D06800E2-E7F8-E7D6-BA9E-C293D893F8BA}"/>
          </ac:picMkLst>
        </pc:picChg>
      </pc:sldChg>
      <pc:sldChg chg="addSp modSp add mod ord">
        <pc:chgData name="Hzj Star" userId="a25c4f907aa105e4" providerId="LiveId" clId="{1625FA3F-DE5D-55E5-8730-74FD0507527D}" dt="2026-04-24T19:42:30.614" v="1517" actId="20577"/>
        <pc:sldMkLst>
          <pc:docMk/>
          <pc:sldMk cId="3697167772" sldId="564"/>
        </pc:sldMkLst>
        <pc:spChg chg="mod">
          <ac:chgData name="Hzj Star" userId="a25c4f907aa105e4" providerId="LiveId" clId="{1625FA3F-DE5D-55E5-8730-74FD0507527D}" dt="2026-04-24T19:15:11.629" v="674" actId="207"/>
          <ac:spMkLst>
            <pc:docMk/>
            <pc:sldMk cId="3697167772" sldId="564"/>
            <ac:spMk id="8" creationId="{0B2F77AE-4A38-F1BC-AE01-ADB56156F083}"/>
          </ac:spMkLst>
        </pc:spChg>
        <pc:spChg chg="mod">
          <ac:chgData name="Hzj Star" userId="a25c4f907aa105e4" providerId="LiveId" clId="{1625FA3F-DE5D-55E5-8730-74FD0507527D}" dt="2026-04-24T19:42:30.614" v="1517" actId="20577"/>
          <ac:spMkLst>
            <pc:docMk/>
            <pc:sldMk cId="3697167772" sldId="564"/>
            <ac:spMk id="31" creationId="{036E997E-4E20-99BD-F9D1-E7BA7B8C2D20}"/>
          </ac:spMkLst>
        </pc:spChg>
        <pc:picChg chg="add mod">
          <ac:chgData name="Hzj Star" userId="a25c4f907aa105e4" providerId="LiveId" clId="{1625FA3F-DE5D-55E5-8730-74FD0507527D}" dt="2026-04-24T19:15:24.678" v="678" actId="1076"/>
          <ac:picMkLst>
            <pc:docMk/>
            <pc:sldMk cId="3697167772" sldId="564"/>
            <ac:picMk id="3" creationId="{8F854DED-3B81-AE8B-EF2F-7C104EFEFA55}"/>
          </ac:picMkLst>
        </pc:picChg>
      </pc:sldChg>
      <pc:sldChg chg="addSp modSp new mod">
        <pc:chgData name="Hzj Star" userId="a25c4f907aa105e4" providerId="LiveId" clId="{1625FA3F-DE5D-55E5-8730-74FD0507527D}" dt="2026-04-24T19:42:08.172" v="1501" actId="14100"/>
        <pc:sldMkLst>
          <pc:docMk/>
          <pc:sldMk cId="454588808" sldId="565"/>
        </pc:sldMkLst>
        <pc:spChg chg="add mod">
          <ac:chgData name="Hzj Star" userId="a25c4f907aa105e4" providerId="LiveId" clId="{1625FA3F-DE5D-55E5-8730-74FD0507527D}" dt="2026-04-24T19:21:46.740" v="791" actId="20577"/>
          <ac:spMkLst>
            <pc:docMk/>
            <pc:sldMk cId="454588808" sldId="565"/>
            <ac:spMk id="2" creationId="{1CAF8D45-41DC-95E1-ED35-279DA5FBA59C}"/>
          </ac:spMkLst>
        </pc:spChg>
        <pc:spChg chg="add mod">
          <ac:chgData name="Hzj Star" userId="a25c4f907aa105e4" providerId="LiveId" clId="{1625FA3F-DE5D-55E5-8730-74FD0507527D}" dt="2026-04-24T19:37:23.075" v="1145" actId="20577"/>
          <ac:spMkLst>
            <pc:docMk/>
            <pc:sldMk cId="454588808" sldId="565"/>
            <ac:spMk id="4" creationId="{F0EF476B-30B3-1267-75CF-0EACD6C07753}"/>
          </ac:spMkLst>
        </pc:spChg>
        <pc:spChg chg="add mod">
          <ac:chgData name="Hzj Star" userId="a25c4f907aa105e4" providerId="LiveId" clId="{1625FA3F-DE5D-55E5-8730-74FD0507527D}" dt="2026-04-24T19:41:00.523" v="1393" actId="20577"/>
          <ac:spMkLst>
            <pc:docMk/>
            <pc:sldMk cId="454588808" sldId="565"/>
            <ac:spMk id="5" creationId="{6532DA86-100D-D7BA-B7FA-7C1EC46056B4}"/>
          </ac:spMkLst>
        </pc:spChg>
        <pc:spChg chg="add mod">
          <ac:chgData name="Hzj Star" userId="a25c4f907aa105e4" providerId="LiveId" clId="{1625FA3F-DE5D-55E5-8730-74FD0507527D}" dt="2026-04-24T19:42:08.172" v="1501" actId="14100"/>
          <ac:spMkLst>
            <pc:docMk/>
            <pc:sldMk cId="454588808" sldId="565"/>
            <ac:spMk id="6" creationId="{72ACB72D-1DEB-735F-D51D-1AD0A4477E81}"/>
          </ac:spMkLst>
        </pc:spChg>
        <pc:picChg chg="add mod">
          <ac:chgData name="Hzj Star" userId="a25c4f907aa105e4" providerId="LiveId" clId="{1625FA3F-DE5D-55E5-8730-74FD0507527D}" dt="2026-04-24T19:22:14.188" v="795" actId="1076"/>
          <ac:picMkLst>
            <pc:docMk/>
            <pc:sldMk cId="454588808" sldId="565"/>
            <ac:picMk id="3" creationId="{C00574A6-3F5E-85C4-9FA1-F22CACBEBAD5}"/>
          </ac:picMkLst>
        </pc:picChg>
      </pc:sldChg>
      <pc:sldChg chg="addSp delSp modSp add mod">
        <pc:chgData name="Hzj Star" userId="a25c4f907aa105e4" providerId="LiveId" clId="{1625FA3F-DE5D-55E5-8730-74FD0507527D}" dt="2026-04-24T19:30:42.982" v="982" actId="1076"/>
        <pc:sldMkLst>
          <pc:docMk/>
          <pc:sldMk cId="454651484" sldId="566"/>
        </pc:sldMkLst>
        <pc:spChg chg="add">
          <ac:chgData name="Hzj Star" userId="a25c4f907aa105e4" providerId="LiveId" clId="{1625FA3F-DE5D-55E5-8730-74FD0507527D}" dt="2026-04-24T19:30:21.773" v="978"/>
          <ac:spMkLst>
            <pc:docMk/>
            <pc:sldMk cId="454651484" sldId="566"/>
            <ac:spMk id="2" creationId="{96EEFCD5-F8EB-ED20-5858-4AE7AF7127D6}"/>
          </ac:spMkLst>
        </pc:spChg>
        <pc:spChg chg="mod">
          <ac:chgData name="Hzj Star" userId="a25c4f907aa105e4" providerId="LiveId" clId="{1625FA3F-DE5D-55E5-8730-74FD0507527D}" dt="2026-04-24T19:30:42.982" v="982" actId="1076"/>
          <ac:spMkLst>
            <pc:docMk/>
            <pc:sldMk cId="454651484" sldId="566"/>
            <ac:spMk id="3" creationId="{AB2D54B4-62E9-0C23-EC58-79CFB78E1952}"/>
          </ac:spMkLst>
        </pc:spChg>
        <pc:spChg chg="mod">
          <ac:chgData name="Hzj Star" userId="a25c4f907aa105e4" providerId="LiveId" clId="{1625FA3F-DE5D-55E5-8730-74FD0507527D}" dt="2026-04-24T19:30:42.982" v="982" actId="1076"/>
          <ac:spMkLst>
            <pc:docMk/>
            <pc:sldMk cId="454651484" sldId="566"/>
            <ac:spMk id="4" creationId="{AFF56035-84F6-3AC3-B005-CF55F12BA1DD}"/>
          </ac:spMkLst>
        </pc:spChg>
        <pc:spChg chg="mod">
          <ac:chgData name="Hzj Star" userId="a25c4f907aa105e4" providerId="LiveId" clId="{1625FA3F-DE5D-55E5-8730-74FD0507527D}" dt="2026-04-24T19:30:39.554" v="981" actId="1076"/>
          <ac:spMkLst>
            <pc:docMk/>
            <pc:sldMk cId="454651484" sldId="566"/>
            <ac:spMk id="5" creationId="{03AF5042-7A7E-7574-25FB-0BDE61F2DEEC}"/>
          </ac:spMkLst>
        </pc:spChg>
        <pc:spChg chg="mod">
          <ac:chgData name="Hzj Star" userId="a25c4f907aa105e4" providerId="LiveId" clId="{1625FA3F-DE5D-55E5-8730-74FD0507527D}" dt="2026-04-24T19:30:39.554" v="981" actId="1076"/>
          <ac:spMkLst>
            <pc:docMk/>
            <pc:sldMk cId="454651484" sldId="566"/>
            <ac:spMk id="6" creationId="{7A884293-116B-A15D-C312-BD79F1920E83}"/>
          </ac:spMkLst>
        </pc:spChg>
        <pc:spChg chg="del">
          <ac:chgData name="Hzj Star" userId="a25c4f907aa105e4" providerId="LiveId" clId="{1625FA3F-DE5D-55E5-8730-74FD0507527D}" dt="2026-04-24T19:30:20.320" v="977" actId="478"/>
          <ac:spMkLst>
            <pc:docMk/>
            <pc:sldMk cId="454651484" sldId="566"/>
            <ac:spMk id="9" creationId="{18980767-2284-0C4E-46C1-2B08F93AF681}"/>
          </ac:spMkLst>
        </pc:spChg>
        <pc:picChg chg="add mod">
          <ac:chgData name="Hzj Star" userId="a25c4f907aa105e4" providerId="LiveId" clId="{1625FA3F-DE5D-55E5-8730-74FD0507527D}" dt="2026-04-24T19:30:32.767" v="980" actId="1076"/>
          <ac:picMkLst>
            <pc:docMk/>
            <pc:sldMk cId="454651484" sldId="566"/>
            <ac:picMk id="7" creationId="{2D9A5E1B-FDD0-2DCD-9FE7-A6631104C200}"/>
          </ac:picMkLst>
        </pc:picChg>
      </pc:sldChg>
      <pc:sldChg chg="new del">
        <pc:chgData name="Hzj Star" userId="a25c4f907aa105e4" providerId="LiveId" clId="{1625FA3F-DE5D-55E5-8730-74FD0507527D}" dt="2026-04-24T19:30:13.325" v="975" actId="2696"/>
        <pc:sldMkLst>
          <pc:docMk/>
          <pc:sldMk cId="3851431627" sldId="566"/>
        </pc:sldMkLst>
      </pc:sldChg>
      <pc:sldChg chg="addSp delSp modSp add del mod">
        <pc:chgData name="Hzj Star" userId="a25c4f907aa105e4" providerId="LiveId" clId="{1625FA3F-DE5D-55E5-8730-74FD0507527D}" dt="2026-04-24T19:46:50.293" v="1590" actId="2696"/>
        <pc:sldMkLst>
          <pc:docMk/>
          <pc:sldMk cId="312176998" sldId="567"/>
        </pc:sldMkLst>
        <pc:spChg chg="del">
          <ac:chgData name="Hzj Star" userId="a25c4f907aa105e4" providerId="LiveId" clId="{1625FA3F-DE5D-55E5-8730-74FD0507527D}" dt="2026-04-24T19:44:59.694" v="1525" actId="478"/>
          <ac:spMkLst>
            <pc:docMk/>
            <pc:sldMk cId="312176998" sldId="567"/>
            <ac:spMk id="2" creationId="{36C2A9A4-40D1-7817-0513-F663028FBCA6}"/>
          </ac:spMkLst>
        </pc:spChg>
        <pc:spChg chg="add del mod">
          <ac:chgData name="Hzj Star" userId="a25c4f907aa105e4" providerId="LiveId" clId="{1625FA3F-DE5D-55E5-8730-74FD0507527D}" dt="2026-04-24T19:46:39.884" v="1588" actId="21"/>
          <ac:spMkLst>
            <pc:docMk/>
            <pc:sldMk cId="312176998" sldId="567"/>
            <ac:spMk id="3" creationId="{55481A64-6A30-FB09-073C-28C3B796D5A4}"/>
          </ac:spMkLst>
        </pc:spChg>
        <pc:picChg chg="add del mod">
          <ac:chgData name="Hzj Star" userId="a25c4f907aa105e4" providerId="LiveId" clId="{1625FA3F-DE5D-55E5-8730-74FD0507527D}" dt="2026-04-24T19:46:35.559" v="1587" actId="478"/>
          <ac:picMkLst>
            <pc:docMk/>
            <pc:sldMk cId="312176998" sldId="567"/>
            <ac:picMk id="4" creationId="{0DFB1D3F-582A-7FE3-A378-6E0794A144D3}"/>
          </ac:picMkLst>
        </pc:picChg>
      </pc:sldChg>
      <pc:sldChg chg="del">
        <pc:chgData name="Hzj Star" userId="a25c4f907aa105e4" providerId="LiveId" clId="{1625FA3F-DE5D-55E5-8730-74FD0507527D}" dt="2026-04-24T18:20:33.803" v="1" actId="2696"/>
        <pc:sldMkLst>
          <pc:docMk/>
          <pc:sldMk cId="2206209810" sldId="5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2790" b="-9084"/>
          <a:stretch>
            <a:fillRect/>
          </a:stretch>
        </p:blipFill>
        <p:spPr>
          <a:xfrm>
            <a:off x="332010" y="251356"/>
            <a:ext cx="1996577" cy="526439"/>
          </a:xfrm>
          <a:prstGeom prst="rect">
            <a:avLst/>
          </a:prstGeom>
        </p:spPr>
      </p:pic>
      <p:sp>
        <p:nvSpPr>
          <p:cNvPr id="16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535233" y="5191861"/>
            <a:ext cx="3121533" cy="4590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4801" y="2455636"/>
            <a:ext cx="4122058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建筑物&#10;&#10;自动生成的说明"/>
          <p:cNvPicPr>
            <a:picLocks noChangeAspect="1"/>
          </p:cNvPicPr>
          <p:nvPr/>
        </p:nvPicPr>
        <p:blipFill>
          <a:blip r:embed="rId3" cstate="print">
            <a:alphaModFix amt="2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924" y="4902201"/>
            <a:ext cx="7179060" cy="2311400"/>
          </a:xfrm>
          <a:prstGeom prst="rect">
            <a:avLst/>
          </a:prstGeom>
          <a:effectLst/>
        </p:spPr>
      </p:pic>
      <p:sp>
        <p:nvSpPr>
          <p:cNvPr id="8" name="文本框 7"/>
          <p:cNvSpPr txBox="1"/>
          <p:nvPr/>
        </p:nvSpPr>
        <p:spPr>
          <a:xfrm>
            <a:off x="737508" y="2713335"/>
            <a:ext cx="3256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1"/>
                </a:solidFill>
              </a:rPr>
              <a:t>目    录</a:t>
            </a:r>
          </a:p>
        </p:txBody>
      </p:sp>
      <p:sp>
        <p:nvSpPr>
          <p:cNvPr id="9" name="矩形 8"/>
          <p:cNvSpPr/>
          <p:nvPr/>
        </p:nvSpPr>
        <p:spPr>
          <a:xfrm rot="16200000">
            <a:off x="2320829" y="1812287"/>
            <a:ext cx="90000" cy="412205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 flipV="1">
            <a:off x="48979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376332"/>
            <a:ext cx="12166903" cy="41161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 bwMode="auto">
          <a:xfrm>
            <a:off x="0" y="-3812"/>
            <a:ext cx="340383" cy="772274"/>
          </a:xfrm>
          <a:prstGeom prst="rect">
            <a:avLst/>
          </a:prstGeom>
          <a:solidFill>
            <a:srgbClr val="C8171F"/>
          </a:solidFill>
          <a:ln w="0">
            <a:noFill/>
            <a:prstDash val="solid"/>
            <a:round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" name="直线连接符 98"/>
          <p:cNvCxnSpPr/>
          <p:nvPr userDrawn="1"/>
        </p:nvCxnSpPr>
        <p:spPr>
          <a:xfrm>
            <a:off x="0" y="768462"/>
            <a:ext cx="12192000" cy="0"/>
          </a:xfrm>
          <a:prstGeom prst="line">
            <a:avLst/>
          </a:prstGeom>
          <a:noFill/>
          <a:ln w="19050" cap="flat" cmpd="sng" algn="ctr">
            <a:solidFill>
              <a:srgbClr val="C8171F"/>
            </a:solidFill>
            <a:prstDash val="solid"/>
            <a:miter lim="800000"/>
          </a:ln>
          <a:effectLst/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241" y="76994"/>
            <a:ext cx="610445" cy="6106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62" y="918446"/>
            <a:ext cx="5613400" cy="1866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crss.com/articles/17376" TargetMode="External"/><Relationship Id="rId2" Type="http://schemas.openxmlformats.org/officeDocument/2006/relationships/hyperlink" Target="https://www.ndss-symposium.org/ndss-paper/learning-based-practical-smartphone-eavesdropping-with-built-in-accelerometer/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占位符 24" descr="图片包含 户外, 树, 建筑物, 天空&#10;&#10;自动生成的说明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9" b="29999"/>
          <a:stretch>
            <a:fillRect/>
          </a:stretch>
        </p:blipFill>
        <p:spPr>
          <a:xfrm>
            <a:off x="-11430" y="749300"/>
            <a:ext cx="12203430" cy="3192145"/>
          </a:xfrm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分类</a:t>
            </a:r>
            <a:r>
              <a:rPr lang="zh-CN" altLang="en-US" dirty="0"/>
              <a:t>算法实验</a:t>
            </a:r>
            <a:endParaRPr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fld id="{C9F65FB5-5267-4E5A-BCF9-EA44443C8FA1}" type="datetime2">
              <a:rPr lang="zh-CN" altLang="en-US" smtClean="0"/>
              <a:t>2026年4月25日 Saturday</a:t>
            </a:fld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刘满华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FBED9-E9F2-A777-35FB-ECFAC2A2A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EC76E5C1-065D-0AC5-BB7E-1D6B37EC1E85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 </a:t>
            </a:r>
            <a:r>
              <a:rPr lang="zh-CN" altLang="en-US" sz="3200" b="1" dirty="0">
                <a:solidFill>
                  <a:srgbClr val="C8171F"/>
                </a:solidFill>
              </a:rPr>
              <a:t>分类算法实验 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KNN</a:t>
            </a:r>
            <a:r>
              <a:rPr lang="zh-CN" altLang="en-US" sz="3200" b="1" dirty="0"/>
              <a:t>分类算法</a:t>
            </a:r>
            <a:endParaRPr kumimoji="1" lang="zh-CN" altLang="en-US" sz="3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830776-DF78-8F65-2618-A72A99355CD4}"/>
              </a:ext>
            </a:extLst>
          </p:cNvPr>
          <p:cNvSpPr txBox="1"/>
          <p:nvPr/>
        </p:nvSpPr>
        <p:spPr>
          <a:xfrm>
            <a:off x="-291339" y="678721"/>
            <a:ext cx="11958798" cy="2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2400" dirty="0">
                <a:cs typeface="Times New Roman" panose="02020603050405020304" pitchFamily="18" charset="0"/>
              </a:rPr>
              <a:t>KNN</a:t>
            </a:r>
            <a:r>
              <a:rPr lang="zh-CN" altLang="en-US" sz="2400" dirty="0">
                <a:cs typeface="Times New Roman" panose="02020603050405020304" pitchFamily="18" charset="0"/>
              </a:rPr>
              <a:t>的主要参数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n_neighbors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：邻居数。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默认值为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5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。通常建议选择奇数个邻居，以便在分类时避免等于的情况。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weights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：用于邻居之间的权重计算的函数。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默认为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"uniform"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，表示所有邻居权重相等。还可以选择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"distance"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，表示权重与距离的倒数成反比，即距离越近的邻居拥有更高的权重。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：距离度量。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1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表示曼哈顿距离，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2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表示欧式距离。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9BB9D6-8C6F-0928-32F6-0B4727F4478C}"/>
              </a:ext>
            </a:extLst>
          </p:cNvPr>
          <p:cNvSpPr txBox="1"/>
          <p:nvPr/>
        </p:nvSpPr>
        <p:spPr>
          <a:xfrm>
            <a:off x="619125" y="4020621"/>
            <a:ext cx="140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effectLst/>
                <a:latin typeface="Arial" panose="020B0604020202020204" pitchFamily="34" charset="0"/>
              </a:rPr>
              <a:t>曼哈顿距离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3498B81-6F59-009E-E4D3-00E969512949}"/>
                  </a:ext>
                </a:extLst>
              </p:cNvPr>
              <p:cNvSpPr txBox="1"/>
              <p:nvPr/>
            </p:nvSpPr>
            <p:spPr>
              <a:xfrm>
                <a:off x="2028825" y="3827170"/>
                <a:ext cx="2209195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3498B81-6F59-009E-E4D3-00E969512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825" y="3827170"/>
                <a:ext cx="2209195" cy="756233"/>
              </a:xfrm>
              <a:prstGeom prst="rect">
                <a:avLst/>
              </a:prstGeom>
              <a:blipFill>
                <a:blip r:embed="rId2"/>
                <a:stretch>
                  <a:fillRect l="-1143" t="-120000" b="-18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B14765E-3711-CA18-3707-82FDFB3E526C}"/>
              </a:ext>
            </a:extLst>
          </p:cNvPr>
          <p:cNvSpPr txBox="1"/>
          <p:nvPr/>
        </p:nvSpPr>
        <p:spPr>
          <a:xfrm>
            <a:off x="619125" y="5302597"/>
            <a:ext cx="140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欧式</a:t>
            </a:r>
            <a:r>
              <a:rPr lang="zh-CN" altLang="en-US" sz="1800" b="0" i="0" dirty="0">
                <a:effectLst/>
                <a:latin typeface="Arial" panose="020B0604020202020204" pitchFamily="34" charset="0"/>
              </a:rPr>
              <a:t>距离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208B72-68BE-2F3C-D0ED-0ECDEABA491E}"/>
                  </a:ext>
                </a:extLst>
              </p:cNvPr>
              <p:cNvSpPr txBox="1"/>
              <p:nvPr/>
            </p:nvSpPr>
            <p:spPr>
              <a:xfrm>
                <a:off x="2028824" y="4924480"/>
                <a:ext cx="2499339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208B72-68BE-2F3C-D0ED-0ECDEABA4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824" y="4924480"/>
                <a:ext cx="2499339" cy="1077603"/>
              </a:xfrm>
              <a:prstGeom prst="rect">
                <a:avLst/>
              </a:prstGeom>
              <a:blipFill>
                <a:blip r:embed="rId3"/>
                <a:stretch>
                  <a:fillRect l="-1515" t="-66279" b="-1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978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39E25-C0E3-B439-35B1-DFD25F98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C6DB48E4-669E-8F0D-B786-6FB7EED01084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 </a:t>
            </a:r>
            <a:r>
              <a:rPr lang="zh-CN" altLang="en-US" sz="3200" b="1" dirty="0">
                <a:solidFill>
                  <a:srgbClr val="C8171F"/>
                </a:solidFill>
              </a:rPr>
              <a:t>分类算法实验 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KNN</a:t>
            </a:r>
            <a:r>
              <a:rPr lang="zh-CN" altLang="en-US" sz="3200" b="1" dirty="0"/>
              <a:t>分类算法</a:t>
            </a:r>
            <a:endParaRPr kumimoji="1"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2D54B4-62E9-0C23-EC58-79CFB78E1952}"/>
              </a:ext>
            </a:extLst>
          </p:cNvPr>
          <p:cNvSpPr txBox="1"/>
          <p:nvPr/>
        </p:nvSpPr>
        <p:spPr>
          <a:xfrm>
            <a:off x="142874" y="4334946"/>
            <a:ext cx="140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effectLst/>
                <a:latin typeface="Arial" panose="020B0604020202020204" pitchFamily="34" charset="0"/>
              </a:rPr>
              <a:t>曼哈顿距离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F56035-84F6-3AC3-B005-CF55F12BA1DD}"/>
                  </a:ext>
                </a:extLst>
              </p:cNvPr>
              <p:cNvSpPr txBox="1"/>
              <p:nvPr/>
            </p:nvSpPr>
            <p:spPr>
              <a:xfrm>
                <a:off x="1552574" y="4141495"/>
                <a:ext cx="2209195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F56035-84F6-3AC3-B005-CF55F12BA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574" y="4141495"/>
                <a:ext cx="2209195" cy="756233"/>
              </a:xfrm>
              <a:prstGeom prst="rect">
                <a:avLst/>
              </a:prstGeom>
              <a:blipFill>
                <a:blip r:embed="rId2"/>
                <a:stretch>
                  <a:fillRect l="-1143" t="-116393" b="-177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3AF5042-7A7E-7574-25FB-0BDE61F2DEEC}"/>
              </a:ext>
            </a:extLst>
          </p:cNvPr>
          <p:cNvSpPr txBox="1"/>
          <p:nvPr/>
        </p:nvSpPr>
        <p:spPr>
          <a:xfrm>
            <a:off x="142875" y="2103473"/>
            <a:ext cx="140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欧式</a:t>
            </a:r>
            <a:r>
              <a:rPr lang="zh-CN" altLang="en-US" sz="1800" b="0" i="0" dirty="0">
                <a:effectLst/>
                <a:latin typeface="Arial" panose="020B0604020202020204" pitchFamily="34" charset="0"/>
              </a:rPr>
              <a:t>距离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A884293-116B-A15D-C312-BD79F1920E83}"/>
                  </a:ext>
                </a:extLst>
              </p:cNvPr>
              <p:cNvSpPr txBox="1"/>
              <p:nvPr/>
            </p:nvSpPr>
            <p:spPr>
              <a:xfrm>
                <a:off x="1552574" y="1725356"/>
                <a:ext cx="2499339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A884293-116B-A15D-C312-BD79F1920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574" y="1725356"/>
                <a:ext cx="2499339" cy="1077603"/>
              </a:xfrm>
              <a:prstGeom prst="rect">
                <a:avLst/>
              </a:prstGeom>
              <a:blipFill>
                <a:blip r:embed="rId3"/>
                <a:stretch>
                  <a:fillRect l="-1515" t="-66279" b="-112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2D9A5E1B-FDD0-2DCD-9FE7-A6631104C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5" y="855917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5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/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 </a:t>
            </a:r>
            <a:r>
              <a:rPr lang="zh-CN" altLang="en-US" sz="3200" b="1" dirty="0">
                <a:solidFill>
                  <a:srgbClr val="C8171F"/>
                </a:solidFill>
              </a:rPr>
              <a:t>分类算法实验 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SVM</a:t>
            </a:r>
            <a:r>
              <a:rPr lang="zh-CN" altLang="en-US" sz="3200" b="1" dirty="0"/>
              <a:t>分类算法</a:t>
            </a:r>
            <a:endParaRPr kumimoji="1" lang="zh-CN" altLang="en-US" sz="3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3920DC-9A39-3D86-D9DC-3BC352B43709}"/>
              </a:ext>
            </a:extLst>
          </p:cNvPr>
          <p:cNvSpPr txBox="1"/>
          <p:nvPr/>
        </p:nvSpPr>
        <p:spPr>
          <a:xfrm>
            <a:off x="-310589" y="683674"/>
            <a:ext cx="11958798" cy="400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2400" dirty="0">
                <a:cs typeface="Times New Roman" panose="02020603050405020304" pitchFamily="18" charset="0"/>
              </a:rPr>
              <a:t>SVC</a:t>
            </a:r>
            <a:r>
              <a:rPr lang="zh-CN" altLang="en-US" sz="2400" dirty="0">
                <a:cs typeface="Times New Roman" panose="02020603050405020304" pitchFamily="18" charset="0"/>
              </a:rPr>
              <a:t>的主要参数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：错误项惩罚系数，即硬间隔和软间隔之间的平衡。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默认为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1.0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。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C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越小，对错误项的惩罚越小，允许更多的错误分类，增加模型的泛化能力，在某些情况下可以避免过度拟合；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C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越大，则更倾向于正确分类，增加模型的训练准确性。</a:t>
            </a:r>
            <a:endParaRPr lang="en-US" altLang="zh-CN" sz="2000" b="0" i="0" dirty="0">
              <a:effectLst/>
              <a:latin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kernel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：核函数，用于将样本映射到高维空间进行分类。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默认为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"</a:t>
            </a:r>
            <a:r>
              <a:rPr lang="en-US" altLang="zh-CN" sz="2000" b="0" i="0" dirty="0" err="1">
                <a:effectLst/>
                <a:latin typeface="Arial" panose="020B0604020202020204" pitchFamily="34" charset="0"/>
              </a:rPr>
              <a:t>rbf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"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（径向基核函数），还可以选择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"linear"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（线性核函数）、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"poly"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（多项式核函数）和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"sigmoid"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（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sigmoid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核函数）。</a:t>
            </a:r>
            <a:endParaRPr lang="en-US" altLang="zh-CN" sz="2000" b="0" i="0" dirty="0">
              <a:effectLst/>
              <a:latin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rgbClr val="C00000"/>
                </a:solidFill>
              </a:rPr>
              <a:t>gamma</a:t>
            </a:r>
            <a:r>
              <a:rPr lang="zh-CN" altLang="en-US" sz="2000" dirty="0">
                <a:solidFill>
                  <a:srgbClr val="C00000"/>
                </a:solidFill>
              </a:rPr>
              <a:t>：控制单个样本点对决策边界的影响范围。</a:t>
            </a:r>
            <a:r>
              <a:rPr lang="en" altLang="zh-CN" sz="2000" dirty="0"/>
              <a:t> “scale”</a:t>
            </a:r>
            <a:r>
              <a:rPr lang="zh-CN" altLang="en-US" sz="2000" dirty="0"/>
              <a:t>会根据特征数量和数据方差自动计算 </a:t>
            </a:r>
            <a:r>
              <a:rPr lang="en" altLang="zh-CN" sz="2000" dirty="0"/>
              <a:t>gamma</a:t>
            </a:r>
            <a:r>
              <a:rPr lang="zh-CN" altLang="en" sz="2000" dirty="0"/>
              <a:t>，</a:t>
            </a:r>
            <a:r>
              <a:rPr lang="zh-CN" altLang="en-US" sz="2000" dirty="0"/>
              <a:t>通常更稳健；</a:t>
            </a:r>
            <a:r>
              <a:rPr lang="en-US" altLang="zh-CN" sz="2000" dirty="0"/>
              <a:t>”</a:t>
            </a:r>
            <a:r>
              <a:rPr lang="en" altLang="zh-CN" sz="2000" dirty="0"/>
              <a:t>auto”</a:t>
            </a:r>
            <a:r>
              <a:rPr lang="zh-CN" altLang="en-US" sz="2000" dirty="0"/>
              <a:t>只根据特征数量计算 </a:t>
            </a:r>
            <a:r>
              <a:rPr lang="en" altLang="zh-CN" sz="2000" dirty="0"/>
              <a:t>gamma</a:t>
            </a:r>
            <a:r>
              <a:rPr lang="zh-CN" altLang="en" sz="2000" dirty="0"/>
              <a:t>，</a:t>
            </a:r>
            <a:r>
              <a:rPr lang="zh-CN" altLang="en-US" sz="2000" dirty="0"/>
              <a:t>更简单但不一定适合所有数据。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7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/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 </a:t>
            </a:r>
            <a:r>
              <a:rPr lang="zh-CN" altLang="en-US" sz="3200" b="1" dirty="0">
                <a:solidFill>
                  <a:srgbClr val="C8171F"/>
                </a:solidFill>
              </a:rPr>
              <a:t>分类算法实验 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决策树分类算法</a:t>
            </a:r>
            <a:endParaRPr kumimoji="1"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B38EF0-891D-4EFB-21AD-2216170DBA1D}"/>
              </a:ext>
            </a:extLst>
          </p:cNvPr>
          <p:cNvSpPr txBox="1"/>
          <p:nvPr/>
        </p:nvSpPr>
        <p:spPr>
          <a:xfrm>
            <a:off x="-300965" y="616297"/>
            <a:ext cx="12151151" cy="2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2400" dirty="0" err="1">
                <a:cs typeface="Times New Roman" panose="02020603050405020304" pitchFamily="18" charset="0"/>
              </a:rPr>
              <a:t>DecisionTree</a:t>
            </a:r>
            <a:r>
              <a:rPr lang="zh-CN" altLang="en-US" sz="2400" dirty="0">
                <a:cs typeface="Times New Roman" panose="02020603050405020304" pitchFamily="18" charset="0"/>
              </a:rPr>
              <a:t>的主要参数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criterion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：衡量特征选择的度量方法。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默认为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“</a:t>
            </a:r>
            <a:r>
              <a:rPr lang="en-US" altLang="zh-CN" sz="2000" b="0" i="0" dirty="0" err="1">
                <a:effectLst/>
                <a:latin typeface="Arial" panose="020B0604020202020204" pitchFamily="34" charset="0"/>
              </a:rPr>
              <a:t>gini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”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。可选择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“entropy”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来衡量信息熵的度量方法。</a:t>
            </a:r>
            <a:endParaRPr lang="en-US" altLang="zh-CN" sz="2000" b="0" i="0" dirty="0">
              <a:effectLst/>
              <a:latin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max_depth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：树的最大深度。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默认为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None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，不限制深度。深度控制最终生成树的大小和复杂度。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min_samples_split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：拆分内部节点所需的最少样本数量。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默认为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2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。小于该值的节点不会被膨胀。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i="0" dirty="0" err="1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min_samples_leaf</a:t>
            </a:r>
            <a:r>
              <a:rPr lang="zh-CN" altLang="en-US" sz="20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：叶节点所需的最少样本数量。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默认为</a:t>
            </a:r>
            <a:r>
              <a:rPr lang="en-US" altLang="zh-CN" sz="2000" b="0" i="0" dirty="0">
                <a:effectLst/>
                <a:latin typeface="Arial" panose="020B0604020202020204" pitchFamily="34" charset="0"/>
              </a:rPr>
              <a:t>1</a:t>
            </a:r>
            <a:r>
              <a:rPr lang="zh-CN" altLang="en-US" sz="2000" b="0" i="0" dirty="0">
                <a:effectLst/>
                <a:latin typeface="Arial" panose="020B0604020202020204" pitchFamily="34" charset="0"/>
              </a:rPr>
              <a:t>。调大会减少叶节点数且树会更简单。</a:t>
            </a:r>
          </a:p>
        </p:txBody>
      </p:sp>
    </p:spTree>
    <p:extLst>
      <p:ext uri="{BB962C8B-B14F-4D97-AF65-F5344CB8AC3E}">
        <p14:creationId xmlns:p14="http://schemas.microsoft.com/office/powerpoint/2010/main" val="2455217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4">
            <a:extLst>
              <a:ext uri="{FF2B5EF4-FFF2-40B4-BE49-F238E27FC236}">
                <a16:creationId xmlns:a16="http://schemas.microsoft.com/office/drawing/2014/main" id="{1CAF8D45-41DC-95E1-ED35-279DA5FBA59C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 </a:t>
            </a:r>
            <a:r>
              <a:rPr lang="zh-CN" altLang="en-US" sz="3200" b="1" dirty="0">
                <a:solidFill>
                  <a:srgbClr val="C8171F"/>
                </a:solidFill>
              </a:rPr>
              <a:t>分类算法实验 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参数网格搜索</a:t>
            </a:r>
            <a:endParaRPr kumimoji="1" lang="zh-CN" altLang="en-US" sz="3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0574A6-3F5E-85C4-9FA1-F22CACBEB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143382"/>
            <a:ext cx="5988050" cy="457123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0EF476B-30B3-1267-75CF-0EACD6C07753}"/>
              </a:ext>
            </a:extLst>
          </p:cNvPr>
          <p:cNvSpPr txBox="1"/>
          <p:nvPr/>
        </p:nvSpPr>
        <p:spPr>
          <a:xfrm>
            <a:off x="323850" y="1143382"/>
            <a:ext cx="471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我们难道要一个一个试这些参数吗？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32DA86-100D-D7BA-B7FA-7C1EC46056B4}"/>
              </a:ext>
            </a:extLst>
          </p:cNvPr>
          <p:cNvSpPr txBox="1"/>
          <p:nvPr/>
        </p:nvSpPr>
        <p:spPr>
          <a:xfrm>
            <a:off x="323849" y="2305432"/>
            <a:ext cx="4714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计算机可以帮助我们做重复的工作，我们只需要选定一个参数组合，让计算机帮我们全部尝试一遍。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ACB72D-1DEB-735F-D51D-1AD0A4477E81}"/>
              </a:ext>
            </a:extLst>
          </p:cNvPr>
          <p:cNvSpPr txBox="1"/>
          <p:nvPr/>
        </p:nvSpPr>
        <p:spPr>
          <a:xfrm>
            <a:off x="374650" y="4191382"/>
            <a:ext cx="494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注意进行的</a:t>
            </a:r>
            <a:r>
              <a:rPr kumimoji="1" lang="zh-CN" altLang="en-US" dirty="0">
                <a:solidFill>
                  <a:srgbClr val="C00000"/>
                </a:solidFill>
              </a:rPr>
              <a:t>实验次数</a:t>
            </a:r>
            <a:r>
              <a:rPr kumimoji="1" lang="zh-CN" altLang="en-US" dirty="0"/>
              <a:t>是你使用</a:t>
            </a:r>
            <a:r>
              <a:rPr kumimoji="1" lang="zh-CN" altLang="en-US" dirty="0">
                <a:solidFill>
                  <a:srgbClr val="C00000"/>
                </a:solidFill>
              </a:rPr>
              <a:t>参数个数的乘积。</a:t>
            </a:r>
          </a:p>
        </p:txBody>
      </p:sp>
    </p:spTree>
    <p:extLst>
      <p:ext uri="{BB962C8B-B14F-4D97-AF65-F5344CB8AC3E}">
        <p14:creationId xmlns:p14="http://schemas.microsoft.com/office/powerpoint/2010/main" val="454588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/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运行后</a:t>
            </a:r>
            <a:r>
              <a:rPr lang="en-US" altLang="zh-CN" sz="3200" b="1" dirty="0">
                <a:solidFill>
                  <a:srgbClr val="C8171F"/>
                </a:solidFill>
              </a:rPr>
              <a:t>outputs/</a:t>
            </a:r>
            <a:r>
              <a:rPr lang="zh-CN" altLang="en-US" sz="3200" b="1" dirty="0">
                <a:solidFill>
                  <a:srgbClr val="C8171F"/>
                </a:solidFill>
              </a:rPr>
              <a:t>下文件结构说明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51CEC9-7714-6A5E-6BD9-9532F1233DD5}"/>
              </a:ext>
            </a:extLst>
          </p:cNvPr>
          <p:cNvSpPr txBox="1"/>
          <p:nvPr/>
        </p:nvSpPr>
        <p:spPr>
          <a:xfrm>
            <a:off x="105878" y="1140350"/>
            <a:ext cx="48703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 err="1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DecisionTree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best_model.joblib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best_params.json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class_distribution.svg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classification_report.csv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confusion_matrix.svg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decision_tree.svg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grid_search_results.csv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metrics.json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pca_projection.svg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predictions_preview.csv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searched_param_grid.json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KNN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SVM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45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699B5-E3DB-E084-9A39-47A7176B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B17EB903-9EF6-46BA-5218-B3E9360FA325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运行后</a:t>
            </a:r>
            <a:r>
              <a:rPr lang="en-US" altLang="zh-CN" sz="3200" b="1" dirty="0">
                <a:solidFill>
                  <a:srgbClr val="C8171F"/>
                </a:solidFill>
              </a:rPr>
              <a:t>outputs/</a:t>
            </a:r>
            <a:r>
              <a:rPr lang="zh-CN" altLang="en-US" sz="3200" b="1" dirty="0">
                <a:solidFill>
                  <a:srgbClr val="C8171F"/>
                </a:solidFill>
              </a:rPr>
              <a:t>下文件结构说明</a:t>
            </a:r>
            <a:r>
              <a:rPr lang="en-US" altLang="zh-CN" sz="3200" b="1" dirty="0">
                <a:solidFill>
                  <a:srgbClr val="C8171F"/>
                </a:solidFill>
              </a:rPr>
              <a:t> </a:t>
            </a:r>
            <a:r>
              <a:rPr lang="en-US" altLang="zh-CN" sz="3200" b="1" dirty="0"/>
              <a:t>– </a:t>
            </a:r>
            <a:r>
              <a:rPr lang="zh-CN" altLang="en-US" sz="3200" b="1" dirty="0"/>
              <a:t>数据集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9CB122-7CB6-BFB5-E386-0080ACF96538}"/>
              </a:ext>
            </a:extLst>
          </p:cNvPr>
          <p:cNvSpPr txBox="1"/>
          <p:nvPr/>
        </p:nvSpPr>
        <p:spPr>
          <a:xfrm>
            <a:off x="105878" y="1140350"/>
            <a:ext cx="48703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 err="1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DecisionTree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best_model.joblib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best_params.json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class_distribution.svg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effectLst/>
                <a:latin typeface="Menlo" panose="020B0609030804020204" pitchFamily="49" charset="0"/>
              </a:rPr>
              <a:t>classification_report.csv</a:t>
            </a:r>
            <a:endParaRPr lang="en" altLang="zh-CN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effectLst/>
                <a:latin typeface="Menlo" panose="020B0609030804020204" pitchFamily="49" charset="0"/>
              </a:rPr>
              <a:t>confusion_matrix.svg</a:t>
            </a:r>
            <a:endParaRPr lang="en" altLang="zh-CN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decision_tree.svg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grid_search_results.csv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metrics.json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pca_projection.svg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predictions_preview.csv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searched_param_grid.json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KNN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SVM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B30F7992-5024-D142-ACEE-607B47D09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2575" y="1143000"/>
            <a:ext cx="6400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6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48712-9E89-9D26-2449-CE7142B0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899C318B-BEC6-2F4D-5754-F8BF9F9C6920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运行后</a:t>
            </a:r>
            <a:r>
              <a:rPr lang="en-US" altLang="zh-CN" sz="3200" b="1" dirty="0">
                <a:solidFill>
                  <a:srgbClr val="C8171F"/>
                </a:solidFill>
              </a:rPr>
              <a:t>outputs/</a:t>
            </a:r>
            <a:r>
              <a:rPr lang="zh-CN" altLang="en-US" sz="3200" b="1" dirty="0">
                <a:solidFill>
                  <a:srgbClr val="C8171F"/>
                </a:solidFill>
              </a:rPr>
              <a:t>下文件结构说明 </a:t>
            </a:r>
            <a:r>
              <a:rPr lang="en-US" altLang="zh-CN" sz="3200" b="1" dirty="0"/>
              <a:t>–</a:t>
            </a:r>
            <a:r>
              <a:rPr lang="zh-CN" altLang="en-US" sz="3200" b="1" dirty="0"/>
              <a:t> 最终模型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76EF6F-26A3-3CBA-871B-566F0640ACDA}"/>
              </a:ext>
            </a:extLst>
          </p:cNvPr>
          <p:cNvSpPr txBox="1"/>
          <p:nvPr/>
        </p:nvSpPr>
        <p:spPr>
          <a:xfrm>
            <a:off x="105877" y="1140350"/>
            <a:ext cx="77194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 err="1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DecisionTree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best_model.joblib</a:t>
            </a:r>
            <a:r>
              <a:rPr lang="en" altLang="zh-CN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训练</a:t>
            </a:r>
            <a:r>
              <a:rPr lang="zh-CN" altLang="en-US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出的</a:t>
            </a:r>
            <a:r>
              <a:rPr lang="zh-CN" altLang="en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模型</a:t>
            </a:r>
            <a:r>
              <a:rPr lang="zh-CN" altLang="en-US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权重</a:t>
            </a:r>
            <a:br>
              <a:rPr lang="en-US" altLang="zh-CN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best_params.json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class_distribution.svg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classification_report.csv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confusion_matrix.svg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decision_tree.svg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grid_search_results.csv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metrics.json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pca_projection.svg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predictions_preview.csv</a:t>
            </a:r>
            <a:r>
              <a:rPr lang="en" altLang="zh-CN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模型</a:t>
            </a:r>
            <a:r>
              <a:rPr lang="zh-CN" altLang="en-US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在测试集上的一些预测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searched_param_grid.json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KNN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SVM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096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0BA12-4CF9-4A71-35A5-E2526902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7C601940-F6CF-FB82-02DC-36926B580A73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运行后</a:t>
            </a:r>
            <a:r>
              <a:rPr lang="en-US" altLang="zh-CN" sz="3200" b="1" dirty="0">
                <a:solidFill>
                  <a:srgbClr val="C8171F"/>
                </a:solidFill>
              </a:rPr>
              <a:t>outputs/</a:t>
            </a:r>
            <a:r>
              <a:rPr lang="zh-CN" altLang="en-US" sz="3200" b="1" dirty="0">
                <a:solidFill>
                  <a:srgbClr val="C8171F"/>
                </a:solidFill>
              </a:rPr>
              <a:t>下文件结构说明 </a:t>
            </a:r>
            <a:r>
              <a:rPr lang="en-US" altLang="zh-CN" sz="3200" b="1" dirty="0"/>
              <a:t>–</a:t>
            </a:r>
            <a:r>
              <a:rPr lang="zh-CN" altLang="en-US" sz="3200" b="1" dirty="0"/>
              <a:t> 参数网格搜索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89C60F-3335-5CD1-B1E6-BF4BDACF5F97}"/>
              </a:ext>
            </a:extLst>
          </p:cNvPr>
          <p:cNvSpPr txBox="1"/>
          <p:nvPr/>
        </p:nvSpPr>
        <p:spPr>
          <a:xfrm>
            <a:off x="105878" y="1140350"/>
            <a:ext cx="773871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 err="1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DecisionTree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best_model.joblib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best_params.json</a:t>
            </a:r>
            <a:r>
              <a:rPr lang="zh-CN" altLang="en-US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最佳参数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class_distribution.svg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classification_report.csv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confusion_matrix.svg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decision_tree.svg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grid_search_results.csv</a:t>
            </a:r>
            <a:r>
              <a:rPr lang="zh-CN" altLang="en-US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在不同参数组合下的训练指标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metrics.json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pca_projection.svg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predictions_preview.csv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searched_param_grid.json</a:t>
            </a:r>
            <a:r>
              <a:rPr lang="zh-CN" altLang="en-US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你搜索的参数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KNN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SVM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61C1DDF-A95E-0E2F-2231-9FA63A8C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053" y="4650405"/>
            <a:ext cx="5283200" cy="16383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D9D0A7F-ADA9-86D1-464F-7C78A1E2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053" y="818928"/>
            <a:ext cx="24892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10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6C159-299B-AC1C-97B7-AC858DD06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1940C0BF-D98C-3E35-641C-E7E19704F20C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运行后</a:t>
            </a:r>
            <a:r>
              <a:rPr lang="en-US" altLang="zh-CN" sz="3200" b="1" dirty="0">
                <a:solidFill>
                  <a:srgbClr val="C8171F"/>
                </a:solidFill>
              </a:rPr>
              <a:t>outputs/</a:t>
            </a:r>
            <a:r>
              <a:rPr lang="zh-CN" altLang="en-US" sz="3200" b="1" dirty="0">
                <a:solidFill>
                  <a:srgbClr val="C8171F"/>
                </a:solidFill>
              </a:rPr>
              <a:t>下文件结构说明 </a:t>
            </a:r>
            <a:r>
              <a:rPr lang="en-US" altLang="zh-CN" sz="3200" b="1" dirty="0"/>
              <a:t>–</a:t>
            </a:r>
            <a:r>
              <a:rPr lang="zh-CN" altLang="en-US" sz="3200" b="1" dirty="0"/>
              <a:t> 统计指标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32EA9F-E15A-8910-5ABC-677F00B198F2}"/>
              </a:ext>
            </a:extLst>
          </p:cNvPr>
          <p:cNvSpPr txBox="1"/>
          <p:nvPr/>
        </p:nvSpPr>
        <p:spPr>
          <a:xfrm>
            <a:off x="105878" y="1140350"/>
            <a:ext cx="48703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 err="1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DecisionTree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best_model.joblib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best_params.json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effectLst/>
                <a:latin typeface="Menlo" panose="020B0609030804020204" pitchFamily="49" charset="0"/>
              </a:rPr>
              <a:t>class_distribution.svg</a:t>
            </a:r>
            <a:endParaRPr lang="en" altLang="zh-CN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effectLst/>
                <a:latin typeface="Menlo" panose="020B0609030804020204" pitchFamily="49" charset="0"/>
              </a:rPr>
              <a:t>classification_report.csv</a:t>
            </a:r>
            <a:endParaRPr lang="en" altLang="zh-CN" dirty="0"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confusion_matrix.svg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decision_tree.svg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grid_search_results.csv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metrics.json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pca_projection.svg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predictions_preview.csv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searched_param_grid.json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KNN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SVM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96400AA6-2F1D-8069-ACBC-AACB86428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7129" y="914400"/>
            <a:ext cx="5943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89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A65B-41CE-B80C-4BD9-88ADD4F7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923581E9-FA60-B059-7EC1-0DC7D42352E5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运行后</a:t>
            </a:r>
            <a:r>
              <a:rPr lang="en-US" altLang="zh-CN" sz="3200" b="1" dirty="0">
                <a:solidFill>
                  <a:srgbClr val="C8171F"/>
                </a:solidFill>
              </a:rPr>
              <a:t>outputs/</a:t>
            </a:r>
            <a:r>
              <a:rPr lang="zh-CN" altLang="en-US" sz="3200" b="1" dirty="0">
                <a:solidFill>
                  <a:srgbClr val="C8171F"/>
                </a:solidFill>
              </a:rPr>
              <a:t>下文件结构说明 </a:t>
            </a:r>
            <a:r>
              <a:rPr lang="en-US" altLang="zh-CN" sz="3200" b="1" dirty="0"/>
              <a:t>–</a:t>
            </a:r>
            <a:r>
              <a:rPr lang="zh-CN" altLang="en-US" sz="3200" b="1" dirty="0"/>
              <a:t> 统计指标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5640C7-6801-7531-1E45-CE0766F99EDA}"/>
              </a:ext>
            </a:extLst>
          </p:cNvPr>
          <p:cNvSpPr txBox="1"/>
          <p:nvPr/>
        </p:nvSpPr>
        <p:spPr>
          <a:xfrm>
            <a:off x="105878" y="1140350"/>
            <a:ext cx="48703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 err="1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DecisionTree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best_model.joblib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best_params.json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class_distribution.svg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classification_report.csv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confusion_matrix.svg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decision_tree.svg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grid_search_results.csv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metrics.json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pca_projection.svg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predictions_preview.csv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searched_param_grid.json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KNN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SVM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AFC78B-B661-B00D-4FBB-90769C0E89BB}"/>
              </a:ext>
            </a:extLst>
          </p:cNvPr>
          <p:cNvSpPr txBox="1"/>
          <p:nvPr/>
        </p:nvSpPr>
        <p:spPr>
          <a:xfrm>
            <a:off x="5734937" y="1140350"/>
            <a:ext cx="310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请参考</a:t>
            </a:r>
            <a:r>
              <a:rPr kumimoji="1" lang="en-US" altLang="zh-CN" dirty="0" err="1"/>
              <a:t>homework.docx</a:t>
            </a:r>
            <a:r>
              <a:rPr kumimoji="1" lang="zh-CN" altLang="en-US" dirty="0"/>
              <a:t>文档</a:t>
            </a:r>
          </a:p>
        </p:txBody>
      </p:sp>
    </p:spTree>
    <p:extLst>
      <p:ext uri="{BB962C8B-B14F-4D97-AF65-F5344CB8AC3E}">
        <p14:creationId xmlns:p14="http://schemas.microsoft.com/office/powerpoint/2010/main" val="1641784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F1E3-76B4-BA47-024D-B4E57042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3D892F81-8363-7D99-6935-493165094BCC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运行后</a:t>
            </a:r>
            <a:r>
              <a:rPr lang="en-US" altLang="zh-CN" sz="3200" b="1" dirty="0">
                <a:solidFill>
                  <a:srgbClr val="C8171F"/>
                </a:solidFill>
              </a:rPr>
              <a:t>outputs/</a:t>
            </a:r>
            <a:r>
              <a:rPr lang="zh-CN" altLang="en-US" sz="3200" b="1" dirty="0">
                <a:solidFill>
                  <a:srgbClr val="C8171F"/>
                </a:solidFill>
              </a:rPr>
              <a:t>下文件结构说明 </a:t>
            </a:r>
            <a:r>
              <a:rPr lang="en-US" altLang="zh-CN" sz="3200" b="1" dirty="0"/>
              <a:t>–</a:t>
            </a:r>
            <a:r>
              <a:rPr lang="zh-CN" altLang="en-US" sz="3200" b="1" dirty="0"/>
              <a:t> 统计指标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784712-C29C-26B9-5603-84C1349EA01B}"/>
              </a:ext>
            </a:extLst>
          </p:cNvPr>
          <p:cNvSpPr txBox="1"/>
          <p:nvPr/>
        </p:nvSpPr>
        <p:spPr>
          <a:xfrm>
            <a:off x="105878" y="1140350"/>
            <a:ext cx="48703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 err="1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DecisionTree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best_model.joblib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best_params.json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class_distribution.svg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classification_report.csv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confusion_matrix.svg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decision_tree.svg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grid_search_results.csv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metrics.json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pca_projection.svg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predictions_preview.csv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searched_param_grid.json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KNN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SVM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D06800E2-E7F8-E7D6-BA9E-C293D893F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675" y="781050"/>
            <a:ext cx="64008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83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960C4-6532-AB6F-C1FF-F09154B9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036E997E-4E20-99BD-F9D1-E7BA7B8C2D20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运行后</a:t>
            </a:r>
            <a:r>
              <a:rPr lang="en-US" altLang="zh-CN" sz="3200" b="1" dirty="0">
                <a:solidFill>
                  <a:srgbClr val="C8171F"/>
                </a:solidFill>
              </a:rPr>
              <a:t>outputs/</a:t>
            </a:r>
            <a:r>
              <a:rPr lang="zh-CN" altLang="en-US" sz="3200" b="1" dirty="0">
                <a:solidFill>
                  <a:srgbClr val="C8171F"/>
                </a:solidFill>
              </a:rPr>
              <a:t>下文件结构说明 </a:t>
            </a:r>
            <a:r>
              <a:rPr lang="en-US" altLang="zh-CN" sz="3200" b="1" dirty="0"/>
              <a:t>–</a:t>
            </a:r>
            <a:r>
              <a:rPr lang="zh-CN" altLang="en-US" sz="3200" b="1" dirty="0"/>
              <a:t> 决策树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2F77AE-4A38-F1BC-AE01-ADB56156F083}"/>
              </a:ext>
            </a:extLst>
          </p:cNvPr>
          <p:cNvSpPr txBox="1"/>
          <p:nvPr/>
        </p:nvSpPr>
        <p:spPr>
          <a:xfrm>
            <a:off x="105878" y="1140350"/>
            <a:ext cx="48703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.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 err="1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DecisionTree</a:t>
            </a:r>
            <a:endParaRPr lang="en" altLang="zh-CN" dirty="0">
              <a:solidFill>
                <a:srgbClr val="2EAEBB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best_model.joblib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best_params.json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class_distribution.svg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classification_report.csv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confusion_matrix.svg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decision_tree.svg</a:t>
            </a:r>
            <a:endParaRPr lang="en" altLang="zh-CN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grid_search_results.csv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metrics.json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pca_projection.svg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predictions_preview.csv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</a:t>
            </a:r>
            <a:r>
              <a:rPr lang="en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searched_param_grid.json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KNN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</a:t>
            </a:r>
            <a:r>
              <a:rPr lang="en" altLang="zh-CN" b="1" dirty="0">
                <a:solidFill>
                  <a:srgbClr val="2EAEBB"/>
                </a:solidFill>
                <a:effectLst/>
                <a:latin typeface="Menlo" panose="020B0609030804020204" pitchFamily="49" charset="0"/>
              </a:rPr>
              <a:t>SVM</a:t>
            </a:r>
            <a:endParaRPr lang="en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8F854DED-3B81-AE8B-EF2F-7C104EFEF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6325" y="1470333"/>
            <a:ext cx="6869432" cy="381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6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C39E54-4BA3-D6FE-6FC5-94E228E91827}"/>
              </a:ext>
            </a:extLst>
          </p:cNvPr>
          <p:cNvSpPr txBox="1"/>
          <p:nvPr/>
        </p:nvSpPr>
        <p:spPr>
          <a:xfrm>
            <a:off x="-129977" y="744493"/>
            <a:ext cx="11958798" cy="307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2000" dirty="0" err="1">
                <a:cs typeface="Times New Roman" panose="02020603050405020304" pitchFamily="18" charset="0"/>
              </a:rPr>
              <a:t>har.csv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/>
              <a:t>它的任务是根据手机加速度计和陀螺仪数据判断人的活动状态，比如走路、上楼、下楼、坐着、站立、躺下。它有 </a:t>
            </a:r>
            <a:r>
              <a:rPr lang="en-US" altLang="zh-CN" sz="2000" b="1" dirty="0"/>
              <a:t>10,299 </a:t>
            </a:r>
            <a:r>
              <a:rPr lang="zh-CN" altLang="en-US" sz="2000" b="1" dirty="0"/>
              <a:t>个样本</a:t>
            </a:r>
            <a:r>
              <a:rPr lang="zh-CN" altLang="en-US" sz="2000" dirty="0"/>
              <a:t>，活动类别共 </a:t>
            </a:r>
            <a:r>
              <a:rPr lang="en-US" altLang="zh-CN" sz="2000" b="1" dirty="0"/>
              <a:t>6 </a:t>
            </a:r>
            <a:r>
              <a:rPr lang="zh-CN" altLang="en-US" sz="2000" b="1" dirty="0"/>
              <a:t>类</a:t>
            </a:r>
            <a:r>
              <a:rPr lang="zh-CN" altLang="en-US" sz="2000" dirty="0"/>
              <a:t>，每条记录包含从时间域和频率域提取出的 </a:t>
            </a:r>
            <a:r>
              <a:rPr lang="en-US" altLang="zh-CN" sz="2000" b="1" dirty="0"/>
              <a:t>561 </a:t>
            </a:r>
            <a:r>
              <a:rPr lang="zh-CN" altLang="en-US" sz="2000" b="1" dirty="0"/>
              <a:t>个特征</a:t>
            </a:r>
            <a:r>
              <a:rPr lang="zh-CN" altLang="en-US" sz="2000" dirty="0"/>
              <a:t>；数据来自 </a:t>
            </a:r>
            <a:r>
              <a:rPr lang="en-US" altLang="zh-CN" sz="2000" dirty="0"/>
              <a:t>30 </a:t>
            </a:r>
            <a:r>
              <a:rPr lang="zh-CN" altLang="en-US" sz="2000" dirty="0"/>
              <a:t>名志愿者佩戴腰部智能手机完成日常活动的实验。</a:t>
            </a:r>
            <a:endParaRPr lang="en-US" altLang="zh-CN" sz="2000" dirty="0"/>
          </a:p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/>
              <a:t>数据复杂，运行时间长，感兴趣的同学可以自行尝试（初次尝试，可以减少参数搜索量）。</a:t>
            </a:r>
            <a:endParaRPr lang="en-US" altLang="zh-CN" sz="200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CA513D-B757-9AF8-409E-361609B7A153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3. </a:t>
            </a:r>
            <a:r>
              <a:rPr lang="zh-CN" altLang="en-US" sz="3200" b="1" dirty="0">
                <a:solidFill>
                  <a:srgbClr val="C8171F"/>
                </a:solidFill>
              </a:rPr>
              <a:t>额外文件说明</a:t>
            </a:r>
            <a:endParaRPr kumimoji="1"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A76570-541B-B998-16B8-5C8A2CBFF6DF}"/>
              </a:ext>
            </a:extLst>
          </p:cNvPr>
          <p:cNvSpPr txBox="1"/>
          <p:nvPr/>
        </p:nvSpPr>
        <p:spPr>
          <a:xfrm>
            <a:off x="71528" y="6112386"/>
            <a:ext cx="114774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[1] </a:t>
            </a:r>
            <a:r>
              <a:rPr lang="zh-CN" altLang="en-US" sz="1400" dirty="0">
                <a:hlinkClick r:id="rId2"/>
              </a:rPr>
              <a:t>https://www.ndss-symposium.org/ndss-paper/learning-based-practical-smartphone-eavesdropping-with-built-in-accelerometer/</a:t>
            </a:r>
            <a:r>
              <a:rPr lang="zh-CN" altLang="en-US" sz="1400" dirty="0"/>
              <a:t> 论文</a:t>
            </a:r>
            <a:endParaRPr lang="en-US" altLang="zh-CN" sz="1400" dirty="0"/>
          </a:p>
          <a:p>
            <a:r>
              <a:rPr lang="en-US" altLang="zh-CN" sz="1400" dirty="0"/>
              <a:t>[2] </a:t>
            </a:r>
            <a:r>
              <a:rPr lang="en-US" altLang="zh-CN" sz="1400" dirty="0">
                <a:hlinkClick r:id="rId3"/>
              </a:rPr>
              <a:t>https://www.secrss.com/articles/17376</a:t>
            </a:r>
            <a:r>
              <a:rPr lang="zh-CN" altLang="en-US" sz="1400" dirty="0"/>
              <a:t> 研究：任意手机应用无需授权可窃听用户语音，准确率近</a:t>
            </a:r>
            <a:r>
              <a:rPr lang="en-US" altLang="zh-CN" sz="1400" dirty="0"/>
              <a:t>90%</a:t>
            </a:r>
          </a:p>
          <a:p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1539B7-EBAE-8CAE-E55D-9FDFAD00CED2}"/>
              </a:ext>
            </a:extLst>
          </p:cNvPr>
          <p:cNvSpPr txBox="1"/>
          <p:nvPr/>
        </p:nvSpPr>
        <p:spPr>
          <a:xfrm>
            <a:off x="-129977" y="5243063"/>
            <a:ext cx="11958798" cy="612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Times New Roman" panose="02020603050405020304" pitchFamily="18" charset="0"/>
              </a:rPr>
              <a:t>加速度计信息甚至可以用来窃听，但需要更加复杂的模型，由此可见机器学习的潜力。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55301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pc="600" dirty="0"/>
              <a:t>   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  <p:tag name="KSO_WPP_MARK_KEY" val="6c882dea-c2c2-44ed-8ac6-7b32c5f18ba2"/>
  <p:tag name="COMMONDATA" val="eyJoZGlkIjoiOGZjNDIyMTg0NzY4NjFjYmY3NzIzZDU4MTVjNThmNDYifQ==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1562</Words>
  <Application>Microsoft Macintosh PowerPoint</Application>
  <PresentationFormat>宽屏</PresentationFormat>
  <Paragraphs>168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微软雅黑</vt:lpstr>
      <vt:lpstr>Arial</vt:lpstr>
      <vt:lpstr>Cambria Math</vt:lpstr>
      <vt:lpstr>Menlo</vt:lpstr>
      <vt:lpstr>Times New Roman</vt:lpstr>
      <vt:lpstr>Office 主题​​</vt:lpstr>
      <vt:lpstr>分类算法实验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Hzj Star</cp:lastModifiedBy>
  <cp:revision>228</cp:revision>
  <dcterms:created xsi:type="dcterms:W3CDTF">2019-01-23T14:14:00Z</dcterms:created>
  <dcterms:modified xsi:type="dcterms:W3CDTF">2026-04-24T20:12:00Z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AE9988E375D14F61AE50737199A113DB_12</vt:lpwstr>
  </property>
  <property fmtid="{D5CDD505-2E9C-101B-9397-08002B2CF9AE}" pid="3" name="KSOProductBuildVer">
    <vt:lpwstr>2052-11.1.0.14036</vt:lpwstr>
  </property>
</Properties>
</file>